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3" r:id="rId3"/>
    <p:sldId id="261" r:id="rId4"/>
    <p:sldId id="257" r:id="rId5"/>
    <p:sldId id="258" r:id="rId6"/>
    <p:sldId id="262" r:id="rId7"/>
    <p:sldId id="265" r:id="rId8"/>
    <p:sldId id="259" r:id="rId9"/>
    <p:sldId id="264" r:id="rId10"/>
    <p:sldId id="260" r:id="rId1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788371B-A034-5A85-F051-A7F18A351AC8}"/>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Aptos"/>
              </a:defRPr>
            </a:lvl1pPr>
          </a:lstStyle>
          <a:p>
            <a:pPr lvl="0"/>
            <a:endParaRPr lang="de-DE"/>
          </a:p>
        </p:txBody>
      </p:sp>
      <p:sp>
        <p:nvSpPr>
          <p:cNvPr id="3" name="Datumsplatzhalter 2">
            <a:extLst>
              <a:ext uri="{FF2B5EF4-FFF2-40B4-BE49-F238E27FC236}">
                <a16:creationId xmlns:a16="http://schemas.microsoft.com/office/drawing/2014/main" id="{96051969-8390-9336-5F0D-CC1CD729BEC8}"/>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Aptos"/>
              </a:defRPr>
            </a:lvl1pPr>
          </a:lstStyle>
          <a:p>
            <a:pPr lvl="0"/>
            <a:fld id="{E26AA60C-5963-4006-B2DD-F9A8795700B3}" type="datetime1">
              <a:rPr lang="de-DE"/>
              <a:pPr lvl="0"/>
              <a:t>05.12.2025</a:t>
            </a:fld>
            <a:endParaRPr lang="de-DE"/>
          </a:p>
        </p:txBody>
      </p:sp>
      <p:sp>
        <p:nvSpPr>
          <p:cNvPr id="4" name="Folienbildplatzhalter 3">
            <a:extLst>
              <a:ext uri="{FF2B5EF4-FFF2-40B4-BE49-F238E27FC236}">
                <a16:creationId xmlns:a16="http://schemas.microsoft.com/office/drawing/2014/main" id="{BCD8DAE6-2CA5-DC37-8039-6CEE7E95F4F5}"/>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izenplatzhalter 4">
            <a:extLst>
              <a:ext uri="{FF2B5EF4-FFF2-40B4-BE49-F238E27FC236}">
                <a16:creationId xmlns:a16="http://schemas.microsoft.com/office/drawing/2014/main" id="{B276240E-9AFB-038D-2229-91544AA7EF85}"/>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a:extLst>
              <a:ext uri="{FF2B5EF4-FFF2-40B4-BE49-F238E27FC236}">
                <a16:creationId xmlns:a16="http://schemas.microsoft.com/office/drawing/2014/main" id="{4C551122-A025-1149-12C5-F7F3B4F07A01}"/>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Aptos"/>
              </a:defRPr>
            </a:lvl1pPr>
          </a:lstStyle>
          <a:p>
            <a:pPr lvl="0"/>
            <a:endParaRPr lang="de-DE"/>
          </a:p>
        </p:txBody>
      </p:sp>
      <p:sp>
        <p:nvSpPr>
          <p:cNvPr id="7" name="Foliennummernplatzhalter 6">
            <a:extLst>
              <a:ext uri="{FF2B5EF4-FFF2-40B4-BE49-F238E27FC236}">
                <a16:creationId xmlns:a16="http://schemas.microsoft.com/office/drawing/2014/main" id="{1E0F3372-B924-43AE-A3DD-12E247E945D3}"/>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Aptos"/>
              </a:defRPr>
            </a:lvl1pPr>
          </a:lstStyle>
          <a:p>
            <a:pPr lvl="0"/>
            <a:fld id="{213B24A0-ED21-4FB2-A26F-9429505FBAA6}" type="slidenum">
              <a:t>‹Nr.›</a:t>
            </a:fld>
            <a:endParaRPr lang="de-DE"/>
          </a:p>
        </p:txBody>
      </p:sp>
    </p:spTree>
    <p:extLst>
      <p:ext uri="{BB962C8B-B14F-4D97-AF65-F5344CB8AC3E}">
        <p14:creationId xmlns:p14="http://schemas.microsoft.com/office/powerpoint/2010/main" val="1133725831"/>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Aptos"/>
      </a:defRPr>
    </a:lvl1pPr>
    <a:lvl2pPr marL="457200" marR="0" lvl="1"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Aptos"/>
      </a:defRPr>
    </a:lvl2pPr>
    <a:lvl3pPr marL="914400" marR="0" lvl="2"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Aptos"/>
      </a:defRPr>
    </a:lvl3pPr>
    <a:lvl4pPr marL="1371600" marR="0" lvl="3"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Aptos"/>
      </a:defRPr>
    </a:lvl4pPr>
    <a:lvl5pPr marL="1828800" marR="0" lvl="4" indent="0" algn="l" defTabSz="914400" rtl="0" fontAlgn="auto" hangingPunct="1">
      <a:lnSpc>
        <a:spcPct val="100000"/>
      </a:lnSpc>
      <a:spcBef>
        <a:spcPts val="0"/>
      </a:spcBef>
      <a:spcAft>
        <a:spcPts val="0"/>
      </a:spcAft>
      <a:buNone/>
      <a:tabLst/>
      <a:defRPr lang="de-DE" sz="1200" b="0" i="0" u="none" strike="noStrike" kern="1200" cap="none" spc="0" baseline="0">
        <a:solidFill>
          <a:srgbClr val="000000"/>
        </a:solidFill>
        <a:uFillTx/>
        <a:latin typeface="Apto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71BA966-D11B-26DA-5881-956FC56591C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31FD1EC-C703-9265-C934-349C43E442CE}"/>
              </a:ext>
            </a:extLst>
          </p:cNvPr>
          <p:cNvSpPr txBox="1">
            <a:spLocks noGrp="1"/>
          </p:cNvSpPr>
          <p:nvPr>
            <p:ph type="body" sz="quarter" idx="1"/>
          </p:nvPr>
        </p:nvSpPr>
        <p:spPr/>
        <p:txBody>
          <a:bodyPr/>
          <a:lstStyle/>
          <a:p>
            <a:pPr lvl="0"/>
            <a:r>
              <a:rPr lang="de-DE"/>
              <a:t>Willkommen zu Audit 2.</a:t>
            </a:r>
          </a:p>
          <a:p>
            <a:pPr lvl="0"/>
            <a:r>
              <a:rPr lang="de-DE"/>
              <a:t>Wir geben Ihnen gleich einen Wiedereinstieg in das Projekt. Darauf folgend besprechen wir Beispielhaft die Risiken und damit verbunden die PoCs. Im Anschluss gehen wir noch kurz auf den aktuellen Projektplan ein und geben einen kurzen Ausblick auf den nächsten Audit.</a:t>
            </a:r>
          </a:p>
        </p:txBody>
      </p:sp>
      <p:sp>
        <p:nvSpPr>
          <p:cNvPr id="4" name="Foliennummernplatzhalter 3">
            <a:extLst>
              <a:ext uri="{FF2B5EF4-FFF2-40B4-BE49-F238E27FC236}">
                <a16:creationId xmlns:a16="http://schemas.microsoft.com/office/drawing/2014/main" id="{2184AFAB-795C-3D00-E2D8-DB3A5DE68A00}"/>
              </a:ext>
            </a:extLst>
          </p:cNvPr>
          <p:cNvSpPr txBox="1">
            <a:spLocks noGrp="1"/>
          </p:cNvSpPr>
          <p:nvPr>
            <p:ph type="sldNum" sz="quarter" idx="8"/>
          </p:nvPr>
        </p:nvSpPr>
        <p:spPr/>
        <p:txBody>
          <a:bodyPr/>
          <a:lstStyle/>
          <a:p>
            <a:pPr lvl="0"/>
            <a:fld id="{ED8AC127-5CA4-4FBD-A870-C21EA960E55C}" type="slidenum">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8F9B8C1-0DDC-FB20-F880-D8A0DB57219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AE4B132-320C-7C98-014B-EFA7AE015B83}"/>
              </a:ext>
            </a:extLst>
          </p:cNvPr>
          <p:cNvSpPr txBox="1">
            <a:spLocks noGrp="1"/>
          </p:cNvSpPr>
          <p:nvPr>
            <p:ph type="body" sz="quarter" idx="1"/>
          </p:nvPr>
        </p:nvSpPr>
        <p:spPr/>
        <p:txBody>
          <a:bodyPr/>
          <a:lstStyle/>
          <a:p>
            <a:pPr lvl="0"/>
            <a:r>
              <a:rPr lang="de-DE"/>
              <a:t>Wie Sie sich vielleicht erinnern, ist der Fokus dieses Projekts die Entwicklung eines Spiels, welches Prokrastination simuliert und die Problematik wie mögliche Lösungsansätze nahbar macht. Hier im Bild können sie auch die im letzten Audit präsentierte Vision sehen. Ein Raum, mit verschiedenen Auswahlmöglichkeiten, wobei einige (durch das „Licht“ unten links) mehr Aufmerksamkeit fordern als andere.</a:t>
            </a:r>
            <a:br>
              <a:rPr lang="de-DE"/>
            </a:br>
            <a:r>
              <a:rPr lang="de-DE"/>
              <a:t>Doch kommen wir nun zu den Neuerungen des Projekts.</a:t>
            </a:r>
          </a:p>
        </p:txBody>
      </p:sp>
      <p:sp>
        <p:nvSpPr>
          <p:cNvPr id="4" name="Foliennummernplatzhalter 3">
            <a:extLst>
              <a:ext uri="{FF2B5EF4-FFF2-40B4-BE49-F238E27FC236}">
                <a16:creationId xmlns:a16="http://schemas.microsoft.com/office/drawing/2014/main" id="{48F10583-09B1-CD91-62CC-38B65F43B243}"/>
              </a:ext>
            </a:extLst>
          </p:cNvPr>
          <p:cNvSpPr txBox="1">
            <a:spLocks noGrp="1"/>
          </p:cNvSpPr>
          <p:nvPr>
            <p:ph type="sldNum" sz="quarter" idx="8"/>
          </p:nvPr>
        </p:nvSpPr>
        <p:spPr/>
        <p:txBody>
          <a:bodyPr/>
          <a:lstStyle/>
          <a:p>
            <a:pPr lvl="0"/>
            <a:fld id="{FF9DDD86-C7EF-4386-B8D2-9C52DE26DF3E}" type="slidenum">
              <a:t>2</a:t>
            </a:fld>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654B676-C511-EE31-62B7-DD36BFDFFC6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0AA6ACE-AE74-DA59-F452-64D85E607BDF}"/>
              </a:ext>
            </a:extLst>
          </p:cNvPr>
          <p:cNvSpPr txBox="1">
            <a:spLocks noGrp="1"/>
          </p:cNvSpPr>
          <p:nvPr>
            <p:ph type="body" sz="quarter" idx="1"/>
          </p:nvPr>
        </p:nvSpPr>
        <p:spPr/>
        <p:txBody>
          <a:bodyPr/>
          <a:lstStyle/>
          <a:p>
            <a:pPr lvl="0"/>
            <a:r>
              <a:rPr lang="de-DE"/>
              <a:t>In unserer weiteren Arbeit am Projekt, beschäftigten wir uns weitergehend mit der Herausarbeitung von Risiken. Hierbei galt es die in bis Audit 1 erstellten Risiken zu erweitern und zu iterieren. Dabei erweiterten wir alle Risiken um eine Schätzung der Chance eines Risiko-Eintritts und um den Einfluss, welchen ein solches Risiko auf das Projekt nehmen würde. Des weiteren erweiterten oder iterierten wir die  Risiken und ihre Gegenmaßnahmen.</a:t>
            </a:r>
          </a:p>
        </p:txBody>
      </p:sp>
      <p:sp>
        <p:nvSpPr>
          <p:cNvPr id="4" name="Foliennummernplatzhalter 3">
            <a:extLst>
              <a:ext uri="{FF2B5EF4-FFF2-40B4-BE49-F238E27FC236}">
                <a16:creationId xmlns:a16="http://schemas.microsoft.com/office/drawing/2014/main" id="{BD390E65-8ED6-58A9-A30D-39FEE69D35C6}"/>
              </a:ext>
            </a:extLst>
          </p:cNvPr>
          <p:cNvSpPr txBox="1">
            <a:spLocks noGrp="1"/>
          </p:cNvSpPr>
          <p:nvPr>
            <p:ph type="sldNum" sz="quarter" idx="8"/>
          </p:nvPr>
        </p:nvSpPr>
        <p:spPr/>
        <p:txBody>
          <a:bodyPr/>
          <a:lstStyle/>
          <a:p>
            <a:pPr lvl="0"/>
            <a:fld id="{F3E00203-AF13-4D7D-9784-D9580B5E46C5}" type="slidenum">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43E1707-B9D5-F701-FE82-D99E4921577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BB4A6D4-42CF-71C3-0762-C00E94D90587}"/>
              </a:ext>
            </a:extLst>
          </p:cNvPr>
          <p:cNvSpPr txBox="1">
            <a:spLocks noGrp="1"/>
          </p:cNvSpPr>
          <p:nvPr>
            <p:ph type="body" sz="quarter" idx="1"/>
          </p:nvPr>
        </p:nvSpPr>
        <p:spPr/>
        <p:txBody>
          <a:bodyPr/>
          <a:lstStyle/>
          <a:p>
            <a:pPr lvl="0"/>
            <a:r>
              <a:rPr lang="de-DE"/>
              <a:t>Schauen wir uns den Aufbau der Risiken einmal an Risiko R508, der Transformation von Texten. </a:t>
            </a:r>
          </a:p>
          <a:p>
            <a:pPr lvl="0"/>
            <a:r>
              <a:rPr lang="de-DE"/>
              <a:t>Dieses Risiko beschäftigt sich mit dem Risiko, dass Interaktions-Text, welcher beispielsweise in TextBoxen vorkommt, nicht in seiner Größe, Form oder Farbe verändert werden kann. Dies würde ein Risiko für das Projekt darstellen, da die Darstellung des Texts als Medium dienen soll, welches dem Spieler den Reiz einer Aktivität vermittelt. Ohne diese Funktion wäre eine zielführende Realisierung des Rapid Prototypes gefährdet. Es galt also einzuschätzen, wie hoch die Chance des Risiko-Eintritts ist und wie hoch der Einfluss ist. </a:t>
            </a:r>
          </a:p>
          <a:p>
            <a:pPr lvl="0"/>
            <a:r>
              <a:rPr lang="de-DE"/>
              <a:t>Aus unserer Sicht ist es die Eintritts-Chance nicht sehr hoch, da die Implementation von Text-Transformation kein zu hohes Maß an Komplexität hat. Dies ist aber aus unserer Sicht der Gegenteilige Fall, wenn es um den Einfluss eines solchen Risikofalles geht. Dies liegt daran, dass das Spielprinzip im Rapid Protoptype ohne solche Funktionen nur schwer vermittelt werden kann, beziehungsweise würde es die Qualität der Vermittlung unseres Erachtens nach stark verringern. Trotz des aus unserer Sicht hohen Einflusses haben wir diesem Risiko dennoch nur eine Gegenmaßnahme zugewiesen, da die Risikowahrscheinlichkeit nur gering ist.</a:t>
            </a:r>
          </a:p>
        </p:txBody>
      </p:sp>
      <p:sp>
        <p:nvSpPr>
          <p:cNvPr id="4" name="Foliennummernplatzhalter 3">
            <a:extLst>
              <a:ext uri="{FF2B5EF4-FFF2-40B4-BE49-F238E27FC236}">
                <a16:creationId xmlns:a16="http://schemas.microsoft.com/office/drawing/2014/main" id="{36C1DAA2-7F1A-9606-B07D-AC3A6CA177F8}"/>
              </a:ext>
            </a:extLst>
          </p:cNvPr>
          <p:cNvSpPr txBox="1">
            <a:spLocks noGrp="1"/>
          </p:cNvSpPr>
          <p:nvPr>
            <p:ph type="sldNum" sz="quarter" idx="8"/>
          </p:nvPr>
        </p:nvSpPr>
        <p:spPr/>
        <p:txBody>
          <a:bodyPr/>
          <a:lstStyle/>
          <a:p>
            <a:pPr lvl="0"/>
            <a:fld id="{3FF60EDA-D2B1-4348-8191-4FC021D9DEA1}" type="slidenum">
              <a:t>4</a:t>
            </a:fld>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C5F0297-FCF0-18EE-AFE4-B280E1B2549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AA00EF3-6386-35D3-DF7A-B24DAFB4BE44}"/>
              </a:ext>
            </a:extLst>
          </p:cNvPr>
          <p:cNvSpPr txBox="1">
            <a:spLocks noGrp="1"/>
          </p:cNvSpPr>
          <p:nvPr>
            <p:ph type="body" sz="quarter" idx="1"/>
          </p:nvPr>
        </p:nvSpPr>
        <p:spPr/>
        <p:txBody>
          <a:bodyPr/>
          <a:lstStyle/>
          <a:p>
            <a:pPr lvl="0"/>
            <a:r>
              <a:rPr lang="de-DE">
                <a:latin typeface="Calibri"/>
                <a:cs typeface="Calibri"/>
              </a:rPr>
              <a:t>Wir haben die PoCs aus Audit 1 weiter Iteriert und uns mehr mit ihnen beschäftigt. Ein Großteil der PoCs haben wir uns aus der Risikoanalyse abgeleitet viele haben wir aber wir aber noch zusätzlich dazu geschrieben welche sich aus der konkreteren Projektplanung und der Erstellung von den Mockups noch als relevant für das Projekt erwiesen haben. Durch die Nutzung von PoCs wird die Entwicklung und Implementation der einzelnen Funktionen Zielgerader.</a:t>
            </a:r>
          </a:p>
        </p:txBody>
      </p:sp>
      <p:sp>
        <p:nvSpPr>
          <p:cNvPr id="4" name="Foliennummernplatzhalter 3">
            <a:extLst>
              <a:ext uri="{FF2B5EF4-FFF2-40B4-BE49-F238E27FC236}">
                <a16:creationId xmlns:a16="http://schemas.microsoft.com/office/drawing/2014/main" id="{B6F1C52C-CA53-9E8B-3B31-236FE8FF84CD}"/>
              </a:ext>
            </a:extLst>
          </p:cNvPr>
          <p:cNvSpPr txBox="1">
            <a:spLocks noGrp="1"/>
          </p:cNvSpPr>
          <p:nvPr>
            <p:ph type="sldNum" sz="quarter" idx="8"/>
          </p:nvPr>
        </p:nvSpPr>
        <p:spPr/>
        <p:txBody>
          <a:bodyPr/>
          <a:lstStyle/>
          <a:p>
            <a:pPr lvl="0"/>
            <a:fld id="{E1EE7899-EB89-4741-AB06-FDEAC5E8DDBA}" type="slidenum">
              <a:t>5</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C5B13CC-A85A-5FB8-1EAC-1367D384943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4B4A83E-869E-F663-2B18-4AA1B5F5176D}"/>
              </a:ext>
            </a:extLst>
          </p:cNvPr>
          <p:cNvSpPr txBox="1">
            <a:spLocks noGrp="1"/>
          </p:cNvSpPr>
          <p:nvPr>
            <p:ph type="body" sz="quarter" idx="1"/>
          </p:nvPr>
        </p:nvSpPr>
        <p:spPr/>
        <p:txBody>
          <a:bodyPr/>
          <a:lstStyle/>
          <a:p>
            <a:pPr lvl="0"/>
            <a:r>
              <a:rPr lang="de-DE">
                <a:latin typeface="Calibri"/>
                <a:cs typeface="Calibri"/>
              </a:rPr>
              <a:t>Aus dem Risiko </a:t>
            </a:r>
            <a:r>
              <a:rPr lang="de-DE"/>
              <a:t>R508 – Transformation des Textes nicht möglich haben wir das PoC 404 und 405 abgeleitet. Diese PoCs befassen sich mit den Anforderungen, welche für eine Funktion welche sich mit der Transformation von Text befassen würde. In diesem Fall wäre es dass, Text in Textboxen in der Lage sein soll sowohl in ihrer Font Größe und Farbe tranformierbar zu sein, wie auch in der Geometrie verformt und animiert zu werden. Für den Fall dass, die Implementation dieser Funktionen fehlschlägt gibt es Fallbacks, welche alternative Ansätze vorschlagen.</a:t>
            </a:r>
          </a:p>
        </p:txBody>
      </p:sp>
      <p:sp>
        <p:nvSpPr>
          <p:cNvPr id="4" name="Foliennummernplatzhalter 3">
            <a:extLst>
              <a:ext uri="{FF2B5EF4-FFF2-40B4-BE49-F238E27FC236}">
                <a16:creationId xmlns:a16="http://schemas.microsoft.com/office/drawing/2014/main" id="{C3D6C31C-CF27-FB0E-6EBF-13CA32D663B5}"/>
              </a:ext>
            </a:extLst>
          </p:cNvPr>
          <p:cNvSpPr txBox="1">
            <a:spLocks noGrp="1"/>
          </p:cNvSpPr>
          <p:nvPr>
            <p:ph type="sldNum" sz="quarter" idx="8"/>
          </p:nvPr>
        </p:nvSpPr>
        <p:spPr/>
        <p:txBody>
          <a:bodyPr/>
          <a:lstStyle/>
          <a:p>
            <a:pPr lvl="0"/>
            <a:fld id="{DA4F9642-1179-4C09-99CA-38357746EEE8}" type="slidenum">
              <a:t>6</a:t>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69DEE51-FDE8-9F16-EE80-7CFCC6DC246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C3EBD08-9F8C-9FBC-9BD6-5F7EC82E8A2B}"/>
              </a:ext>
            </a:extLst>
          </p:cNvPr>
          <p:cNvSpPr txBox="1">
            <a:spLocks noGrp="1"/>
          </p:cNvSpPr>
          <p:nvPr>
            <p:ph type="body" sz="quarter" idx="1"/>
          </p:nvPr>
        </p:nvSpPr>
        <p:spPr/>
        <p:txBody>
          <a:bodyPr/>
          <a:lstStyle/>
          <a:p>
            <a:pPr lvl="0"/>
            <a:r>
              <a:rPr lang="de-DE">
                <a:latin typeface="Calibri"/>
                <a:cs typeface="Calibri"/>
              </a:rPr>
              <a:t>Ein weiteres PoC welches sich nicht aus der Risikoanalyse ableitet ist das PoC 307 Aufzählen des Zeitparameters. Da ein Großteil der internen Logik mit der Zeit arbeitet ist es besonders Wichtig dass es einen Zeitparameter welcher zuverlässig eine Zeit angibt. Dafür soll der Zeitparameter jeweils immer in regelmäßigen Abständen um 1 inkrementieren können. Falls wir dies nicht möglich ist wäre ein Fallback sich an der Systemzeit zu orientieren, ein weiterer wäre es keine aktive Zeit zu implementieren sondern einen Zeitwert zu haben, welcher jeweils nur bei der jeder Interaktion abgezogen wird.</a:t>
            </a:r>
          </a:p>
        </p:txBody>
      </p:sp>
      <p:sp>
        <p:nvSpPr>
          <p:cNvPr id="4" name="Foliennummernplatzhalter 3">
            <a:extLst>
              <a:ext uri="{FF2B5EF4-FFF2-40B4-BE49-F238E27FC236}">
                <a16:creationId xmlns:a16="http://schemas.microsoft.com/office/drawing/2014/main" id="{20D8C9BA-F347-4426-F760-5DFA01083B54}"/>
              </a:ext>
            </a:extLst>
          </p:cNvPr>
          <p:cNvSpPr txBox="1">
            <a:spLocks noGrp="1"/>
          </p:cNvSpPr>
          <p:nvPr>
            <p:ph type="sldNum" sz="quarter" idx="8"/>
          </p:nvPr>
        </p:nvSpPr>
        <p:spPr/>
        <p:txBody>
          <a:bodyPr/>
          <a:lstStyle/>
          <a:p>
            <a:pPr lvl="0"/>
            <a:fld id="{07ADA8B8-8EAC-4EA7-A5DA-50FB1492ACE6}" type="slidenum">
              <a:t>7</a:t>
            </a:fld>
            <a:endParaRPr 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8D002C5-3122-5149-BE6E-90118453CDB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95E7238-078C-A2EF-B5EE-2E4CA6CE48AA}"/>
              </a:ext>
            </a:extLst>
          </p:cNvPr>
          <p:cNvSpPr txBox="1">
            <a:spLocks noGrp="1"/>
          </p:cNvSpPr>
          <p:nvPr>
            <p:ph type="body" sz="quarter" idx="1"/>
          </p:nvPr>
        </p:nvSpPr>
        <p:spPr/>
        <p:txBody>
          <a:bodyPr/>
          <a:lstStyle/>
          <a:p>
            <a:pPr lvl="0"/>
            <a:r>
              <a:rPr lang="de-DE"/>
              <a:t>Hier sehen Sie einmal zusammengefasst die Änderungen bzw. Iteration am Projektplan. </a:t>
            </a:r>
          </a:p>
          <a:p>
            <a:pPr lvl="0"/>
            <a:r>
              <a:rPr lang="de-DE"/>
              <a:t>In Audit 2 hat die Risikoanalyse 2 Wochen mehr gedauert als ursprünglich angenommen, wobei dies Primär durch kleinere Ergänzungen und Iteration zu Stande kam. Dies stellte aber keine weiteren Probleme dar, da während Audit 2 hauptsächlich an den Risiken und PoCs gearbeitet wurde.</a:t>
            </a:r>
          </a:p>
          <a:p>
            <a:pPr lvl="0"/>
            <a:r>
              <a:rPr lang="de-DE"/>
              <a:t>Zusätzlich zu den bisher bestehenden Meilensteinen im Projektplan wurden noch 5 weiter Punkte ergänzt. Das User-Interface, welches zuvor nicht eigens im Projektplan vorkam, Tooltips, welche als Ergänzung und Lernhilfe dienen sollen, Kollision, welche zuvor in anderen Meilensteinen enthalten war, Visuelle Effekte für Text-Elemente, welche im Rapid Prototype erhöhte Relevanz haben, und Visuelle Effekte wie Shader, welche im Funktionalen Prototypen mehr Relevanz haben werden. </a:t>
            </a:r>
          </a:p>
        </p:txBody>
      </p:sp>
      <p:sp>
        <p:nvSpPr>
          <p:cNvPr id="4" name="Foliennummernplatzhalter 3">
            <a:extLst>
              <a:ext uri="{FF2B5EF4-FFF2-40B4-BE49-F238E27FC236}">
                <a16:creationId xmlns:a16="http://schemas.microsoft.com/office/drawing/2014/main" id="{39506A37-6118-2EBD-CFDA-E3621A9F9093}"/>
              </a:ext>
            </a:extLst>
          </p:cNvPr>
          <p:cNvSpPr txBox="1">
            <a:spLocks noGrp="1"/>
          </p:cNvSpPr>
          <p:nvPr>
            <p:ph type="sldNum" sz="quarter" idx="8"/>
          </p:nvPr>
        </p:nvSpPr>
        <p:spPr/>
        <p:txBody>
          <a:bodyPr/>
          <a:lstStyle/>
          <a:p>
            <a:pPr lvl="0"/>
            <a:fld id="{F150BFB1-946C-47D2-89E4-BEC2D75E1B3B}" type="slidenum">
              <a:t>8</a:t>
            </a:fld>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15BD352-5724-CC6B-2AEA-4859FC4F382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B9BB2FC-2D27-4F6D-46D0-D8727646A1CD}"/>
              </a:ext>
            </a:extLst>
          </p:cNvPr>
          <p:cNvSpPr txBox="1">
            <a:spLocks noGrp="1"/>
          </p:cNvSpPr>
          <p:nvPr>
            <p:ph type="body" sz="quarter" idx="1"/>
          </p:nvPr>
        </p:nvSpPr>
        <p:spPr/>
        <p:txBody>
          <a:bodyPr/>
          <a:lstStyle/>
          <a:p>
            <a:pPr lvl="0"/>
            <a:r>
              <a:rPr lang="de-DE"/>
              <a:t>Hier können Sie noch mal einen Blick auf ein Mockup werfen, welches das Ziel für Audit 3 aufzeigen soll. Für den rapid Prototype soll hauptsächlich nur mit Textelementen gearbeitet werden, welche ausschließlich dafür da sind um die interne Logik und das generelle Spielprinzip zu demonstrieren. Hier zu sehen ist was passieren soll wenn der Produktivitätsparameter niedrig ist. Elemente, wie das Arbeiten, hier „work“, sind unauffälliger und Elemente wie „game“ und „phone“ sind durch Ihren hohen Kontrast auffälliger und sollen in sehr abstrakter Form eine Motivation gegenüber dieser Optionen darstellen. Dafür muss der wert des Produktivitätsparameters auf bestimmte weise mit der Helligkeit der Optionen work und sleep multipliziert werden. </a:t>
            </a:r>
          </a:p>
        </p:txBody>
      </p:sp>
      <p:sp>
        <p:nvSpPr>
          <p:cNvPr id="4" name="Foliennummernplatzhalter 3">
            <a:extLst>
              <a:ext uri="{FF2B5EF4-FFF2-40B4-BE49-F238E27FC236}">
                <a16:creationId xmlns:a16="http://schemas.microsoft.com/office/drawing/2014/main" id="{8202C7AB-05C2-6EB4-AAC7-B6A3042B5DE1}"/>
              </a:ext>
            </a:extLst>
          </p:cNvPr>
          <p:cNvSpPr txBox="1">
            <a:spLocks noGrp="1"/>
          </p:cNvSpPr>
          <p:nvPr>
            <p:ph type="sldNum" sz="quarter" idx="8"/>
          </p:nvPr>
        </p:nvSpPr>
        <p:spPr/>
        <p:txBody>
          <a:bodyPr/>
          <a:lstStyle/>
          <a:p>
            <a:pPr lvl="0"/>
            <a:fld id="{F04D71EF-E362-45BF-A4BB-5D534830A07E}" type="slidenum">
              <a:t>9</a:t>
            </a:fld>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69018F0-A1AA-938E-02B3-8497F8C005E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A46E564-808F-5C23-3376-3E9A1568CFEB}"/>
              </a:ext>
            </a:extLst>
          </p:cNvPr>
          <p:cNvSpPr txBox="1">
            <a:spLocks noGrp="1"/>
          </p:cNvSpPr>
          <p:nvPr>
            <p:ph type="body" sz="quarter" idx="1"/>
          </p:nvPr>
        </p:nvSpPr>
        <p:spPr/>
        <p:txBody>
          <a:bodyPr/>
          <a:lstStyle/>
          <a:p>
            <a:pPr lvl="0"/>
            <a:r>
              <a:rPr lang="de-DE"/>
              <a:t>Nun kommt der Frageteil.</a:t>
            </a:r>
          </a:p>
        </p:txBody>
      </p:sp>
      <p:sp>
        <p:nvSpPr>
          <p:cNvPr id="4" name="Foliennummernplatzhalter 3">
            <a:extLst>
              <a:ext uri="{FF2B5EF4-FFF2-40B4-BE49-F238E27FC236}">
                <a16:creationId xmlns:a16="http://schemas.microsoft.com/office/drawing/2014/main" id="{C154540C-1A20-43D2-A61E-6E8559DB03C2}"/>
              </a:ext>
            </a:extLst>
          </p:cNvPr>
          <p:cNvSpPr txBox="1">
            <a:spLocks noGrp="1"/>
          </p:cNvSpPr>
          <p:nvPr>
            <p:ph type="sldNum" sz="quarter" idx="8"/>
          </p:nvPr>
        </p:nvSpPr>
        <p:spPr/>
        <p:txBody>
          <a:bodyPr/>
          <a:lstStyle/>
          <a:p>
            <a:pPr lvl="0"/>
            <a:fld id="{EA86B635-38F9-457F-B2B9-67508B3455BF}" type="slidenum">
              <a:t>10</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5A55B1-5906-037D-9BDF-E6CF3907D058}"/>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de-DE"/>
              <a:t>Mastertitelformat bearbeiten</a:t>
            </a:r>
          </a:p>
        </p:txBody>
      </p:sp>
      <p:sp>
        <p:nvSpPr>
          <p:cNvPr id="3" name="Untertitel 2">
            <a:extLst>
              <a:ext uri="{FF2B5EF4-FFF2-40B4-BE49-F238E27FC236}">
                <a16:creationId xmlns:a16="http://schemas.microsoft.com/office/drawing/2014/main" id="{17186B94-6CA0-A476-590E-544C72AA3D18}"/>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de-DE"/>
              <a:t>Master-Untertitelformat bearbeiten</a:t>
            </a:r>
          </a:p>
        </p:txBody>
      </p:sp>
      <p:sp>
        <p:nvSpPr>
          <p:cNvPr id="4" name="Datumsplatzhalter 3">
            <a:extLst>
              <a:ext uri="{FF2B5EF4-FFF2-40B4-BE49-F238E27FC236}">
                <a16:creationId xmlns:a16="http://schemas.microsoft.com/office/drawing/2014/main" id="{B78155E3-DEA4-8A24-9C1B-1B6FAA2A4E8F}"/>
              </a:ext>
            </a:extLst>
          </p:cNvPr>
          <p:cNvSpPr txBox="1">
            <a:spLocks noGrp="1"/>
          </p:cNvSpPr>
          <p:nvPr>
            <p:ph type="dt" sz="half" idx="7"/>
          </p:nvPr>
        </p:nvSpPr>
        <p:spPr/>
        <p:txBody>
          <a:bodyPr/>
          <a:lstStyle>
            <a:lvl1pPr>
              <a:defRPr/>
            </a:lvl1pPr>
          </a:lstStyle>
          <a:p>
            <a:pPr lvl="0"/>
            <a:fld id="{DA297862-E18F-4E30-A212-DF057F8CAFB8}" type="datetime1">
              <a:rPr lang="de-DE"/>
              <a:pPr lvl="0"/>
              <a:t>05.12.2025</a:t>
            </a:fld>
            <a:endParaRPr lang="de-DE"/>
          </a:p>
        </p:txBody>
      </p:sp>
      <p:sp>
        <p:nvSpPr>
          <p:cNvPr id="5" name="Fußzeilenplatzhalter 4">
            <a:extLst>
              <a:ext uri="{FF2B5EF4-FFF2-40B4-BE49-F238E27FC236}">
                <a16:creationId xmlns:a16="http://schemas.microsoft.com/office/drawing/2014/main" id="{6D9FC757-E616-FCFC-3CD0-C59594E12ACC}"/>
              </a:ext>
            </a:extLst>
          </p:cNvPr>
          <p:cNvSpPr txBox="1">
            <a:spLocks noGrp="1"/>
          </p:cNvSpPr>
          <p:nvPr>
            <p:ph type="ftr" sz="quarter" idx="9"/>
          </p:nvPr>
        </p:nvSpPr>
        <p:spPr/>
        <p:txBody>
          <a:bodyPr/>
          <a:lstStyle>
            <a:lvl1pPr>
              <a:defRPr/>
            </a:lvl1pPr>
          </a:lstStyle>
          <a:p>
            <a:pPr lvl="0"/>
            <a:endParaRPr lang="de-DE"/>
          </a:p>
        </p:txBody>
      </p:sp>
      <p:sp>
        <p:nvSpPr>
          <p:cNvPr id="6" name="Foliennummernplatzhalter 5">
            <a:extLst>
              <a:ext uri="{FF2B5EF4-FFF2-40B4-BE49-F238E27FC236}">
                <a16:creationId xmlns:a16="http://schemas.microsoft.com/office/drawing/2014/main" id="{1646D9BC-0978-14C9-03F1-D3E0117E1376}"/>
              </a:ext>
            </a:extLst>
          </p:cNvPr>
          <p:cNvSpPr txBox="1">
            <a:spLocks noGrp="1"/>
          </p:cNvSpPr>
          <p:nvPr>
            <p:ph type="sldNum" sz="quarter" idx="8"/>
          </p:nvPr>
        </p:nvSpPr>
        <p:spPr/>
        <p:txBody>
          <a:bodyPr/>
          <a:lstStyle>
            <a:lvl1pPr>
              <a:defRPr/>
            </a:lvl1pPr>
          </a:lstStyle>
          <a:p>
            <a:pPr lvl="0"/>
            <a:fld id="{5156B0B7-555C-4B43-A5E3-2B2F7EB2E3FA}" type="slidenum">
              <a:t>‹Nr.›</a:t>
            </a:fld>
            <a:endParaRPr lang="de-DE"/>
          </a:p>
        </p:txBody>
      </p:sp>
    </p:spTree>
    <p:extLst>
      <p:ext uri="{BB962C8B-B14F-4D97-AF65-F5344CB8AC3E}">
        <p14:creationId xmlns:p14="http://schemas.microsoft.com/office/powerpoint/2010/main" val="375047139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B24BE5-54CB-B73E-1197-4FE36CFBF4DC}"/>
              </a:ext>
            </a:extLst>
          </p:cNvPr>
          <p:cNvSpPr txBox="1">
            <a:spLocks noGrp="1"/>
          </p:cNvSpPr>
          <p:nvPr>
            <p:ph type="title"/>
          </p:nvPr>
        </p:nvSpPr>
        <p:spPr/>
        <p:txBody>
          <a:bodyPr/>
          <a:lstStyle>
            <a:lvl1pPr>
              <a:defRPr/>
            </a:lvl1pPr>
          </a:lstStyle>
          <a:p>
            <a:pPr lvl="0"/>
            <a:r>
              <a:rPr lang="de-DE"/>
              <a:t>Mastertitelformat bearbeiten</a:t>
            </a:r>
          </a:p>
        </p:txBody>
      </p:sp>
      <p:sp>
        <p:nvSpPr>
          <p:cNvPr id="3" name="Inhaltsplatzhalter 2">
            <a:extLst>
              <a:ext uri="{FF2B5EF4-FFF2-40B4-BE49-F238E27FC236}">
                <a16:creationId xmlns:a16="http://schemas.microsoft.com/office/drawing/2014/main" id="{F11CFFDC-56EC-9238-7418-280DF06E6E65}"/>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2934742-19A1-50C6-37E7-3EA26C94D0D6}"/>
              </a:ext>
            </a:extLst>
          </p:cNvPr>
          <p:cNvSpPr txBox="1">
            <a:spLocks noGrp="1"/>
          </p:cNvSpPr>
          <p:nvPr>
            <p:ph type="dt" sz="half" idx="7"/>
          </p:nvPr>
        </p:nvSpPr>
        <p:spPr/>
        <p:txBody>
          <a:bodyPr/>
          <a:lstStyle>
            <a:lvl1pPr>
              <a:defRPr/>
            </a:lvl1pPr>
          </a:lstStyle>
          <a:p>
            <a:pPr lvl="0"/>
            <a:fld id="{BB6F398C-D0F0-4C31-88E9-3194CF6B86ED}" type="datetime1">
              <a:rPr lang="de-DE"/>
              <a:pPr lvl="0"/>
              <a:t>05.12.2025</a:t>
            </a:fld>
            <a:endParaRPr lang="de-DE"/>
          </a:p>
        </p:txBody>
      </p:sp>
      <p:sp>
        <p:nvSpPr>
          <p:cNvPr id="5" name="Fußzeilenplatzhalter 4">
            <a:extLst>
              <a:ext uri="{FF2B5EF4-FFF2-40B4-BE49-F238E27FC236}">
                <a16:creationId xmlns:a16="http://schemas.microsoft.com/office/drawing/2014/main" id="{2F7894C7-A4B3-E425-72E2-A6D43214478E}"/>
              </a:ext>
            </a:extLst>
          </p:cNvPr>
          <p:cNvSpPr txBox="1">
            <a:spLocks noGrp="1"/>
          </p:cNvSpPr>
          <p:nvPr>
            <p:ph type="ftr" sz="quarter" idx="9"/>
          </p:nvPr>
        </p:nvSpPr>
        <p:spPr/>
        <p:txBody>
          <a:bodyPr/>
          <a:lstStyle>
            <a:lvl1pPr>
              <a:defRPr/>
            </a:lvl1pPr>
          </a:lstStyle>
          <a:p>
            <a:pPr lvl="0"/>
            <a:endParaRPr lang="de-DE"/>
          </a:p>
        </p:txBody>
      </p:sp>
      <p:sp>
        <p:nvSpPr>
          <p:cNvPr id="6" name="Foliennummernplatzhalter 5">
            <a:extLst>
              <a:ext uri="{FF2B5EF4-FFF2-40B4-BE49-F238E27FC236}">
                <a16:creationId xmlns:a16="http://schemas.microsoft.com/office/drawing/2014/main" id="{3DFBCAA3-79CE-A485-900A-36E716936F29}"/>
              </a:ext>
            </a:extLst>
          </p:cNvPr>
          <p:cNvSpPr txBox="1">
            <a:spLocks noGrp="1"/>
          </p:cNvSpPr>
          <p:nvPr>
            <p:ph type="sldNum" sz="quarter" idx="8"/>
          </p:nvPr>
        </p:nvSpPr>
        <p:spPr/>
        <p:txBody>
          <a:bodyPr/>
          <a:lstStyle>
            <a:lvl1pPr>
              <a:defRPr/>
            </a:lvl1pPr>
          </a:lstStyle>
          <a:p>
            <a:pPr lvl="0"/>
            <a:fld id="{1E4B6118-A082-4E33-9634-968CD9A0AF9F}" type="slidenum">
              <a:t>‹Nr.›</a:t>
            </a:fld>
            <a:endParaRPr lang="de-DE"/>
          </a:p>
        </p:txBody>
      </p:sp>
    </p:spTree>
    <p:extLst>
      <p:ext uri="{BB962C8B-B14F-4D97-AF65-F5344CB8AC3E}">
        <p14:creationId xmlns:p14="http://schemas.microsoft.com/office/powerpoint/2010/main" val="3916213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20582B-11B9-1935-B276-56BE8BEE23D4}"/>
              </a:ext>
            </a:extLst>
          </p:cNvPr>
          <p:cNvSpPr txBox="1">
            <a:spLocks noGrp="1"/>
          </p:cNvSpPr>
          <p:nvPr>
            <p:ph type="title"/>
          </p:nvPr>
        </p:nvSpPr>
        <p:spPr>
          <a:xfrm>
            <a:off x="831847" y="1709735"/>
            <a:ext cx="10515600" cy="2852735"/>
          </a:xfrm>
        </p:spPr>
        <p:txBody>
          <a:bodyPr anchor="b"/>
          <a:lstStyle>
            <a:lvl1pPr>
              <a:defRPr sz="6000"/>
            </a:lvl1pPr>
          </a:lstStyle>
          <a:p>
            <a:pPr lvl="0"/>
            <a:r>
              <a:rPr lang="de-DE"/>
              <a:t>Mastertitelformat bearbeiten</a:t>
            </a:r>
          </a:p>
        </p:txBody>
      </p:sp>
      <p:sp>
        <p:nvSpPr>
          <p:cNvPr id="3" name="Textplatzhalter 2">
            <a:extLst>
              <a:ext uri="{FF2B5EF4-FFF2-40B4-BE49-F238E27FC236}">
                <a16:creationId xmlns:a16="http://schemas.microsoft.com/office/drawing/2014/main" id="{BA887C79-F0B6-78FC-C310-D0A9539D69DB}"/>
              </a:ext>
            </a:extLst>
          </p:cNvPr>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de-DE"/>
              <a:t>Mastertextformat bearbeiten</a:t>
            </a:r>
          </a:p>
        </p:txBody>
      </p:sp>
      <p:sp>
        <p:nvSpPr>
          <p:cNvPr id="4" name="Datumsplatzhalter 3">
            <a:extLst>
              <a:ext uri="{FF2B5EF4-FFF2-40B4-BE49-F238E27FC236}">
                <a16:creationId xmlns:a16="http://schemas.microsoft.com/office/drawing/2014/main" id="{BF87AD27-AF3F-6C86-AF00-D00C5008D419}"/>
              </a:ext>
            </a:extLst>
          </p:cNvPr>
          <p:cNvSpPr txBox="1">
            <a:spLocks noGrp="1"/>
          </p:cNvSpPr>
          <p:nvPr>
            <p:ph type="dt" sz="half" idx="7"/>
          </p:nvPr>
        </p:nvSpPr>
        <p:spPr/>
        <p:txBody>
          <a:bodyPr/>
          <a:lstStyle>
            <a:lvl1pPr>
              <a:defRPr/>
            </a:lvl1pPr>
          </a:lstStyle>
          <a:p>
            <a:pPr lvl="0"/>
            <a:fld id="{86BD3AEE-B8D6-4D6F-9931-9BD2612322D3}" type="datetime1">
              <a:rPr lang="de-DE"/>
              <a:pPr lvl="0"/>
              <a:t>05.12.2025</a:t>
            </a:fld>
            <a:endParaRPr lang="de-DE"/>
          </a:p>
        </p:txBody>
      </p:sp>
      <p:sp>
        <p:nvSpPr>
          <p:cNvPr id="5" name="Fußzeilenplatzhalter 4">
            <a:extLst>
              <a:ext uri="{FF2B5EF4-FFF2-40B4-BE49-F238E27FC236}">
                <a16:creationId xmlns:a16="http://schemas.microsoft.com/office/drawing/2014/main" id="{D174E288-C61D-3739-BFFD-274EEB844EF9}"/>
              </a:ext>
            </a:extLst>
          </p:cNvPr>
          <p:cNvSpPr txBox="1">
            <a:spLocks noGrp="1"/>
          </p:cNvSpPr>
          <p:nvPr>
            <p:ph type="ftr" sz="quarter" idx="9"/>
          </p:nvPr>
        </p:nvSpPr>
        <p:spPr/>
        <p:txBody>
          <a:bodyPr/>
          <a:lstStyle>
            <a:lvl1pPr>
              <a:defRPr/>
            </a:lvl1pPr>
          </a:lstStyle>
          <a:p>
            <a:pPr lvl="0"/>
            <a:endParaRPr lang="de-DE"/>
          </a:p>
        </p:txBody>
      </p:sp>
      <p:sp>
        <p:nvSpPr>
          <p:cNvPr id="6" name="Foliennummernplatzhalter 5">
            <a:extLst>
              <a:ext uri="{FF2B5EF4-FFF2-40B4-BE49-F238E27FC236}">
                <a16:creationId xmlns:a16="http://schemas.microsoft.com/office/drawing/2014/main" id="{75630CD4-54B7-498D-ABDA-EEEC8E4EB486}"/>
              </a:ext>
            </a:extLst>
          </p:cNvPr>
          <p:cNvSpPr txBox="1">
            <a:spLocks noGrp="1"/>
          </p:cNvSpPr>
          <p:nvPr>
            <p:ph type="sldNum" sz="quarter" idx="8"/>
          </p:nvPr>
        </p:nvSpPr>
        <p:spPr/>
        <p:txBody>
          <a:bodyPr/>
          <a:lstStyle>
            <a:lvl1pPr>
              <a:defRPr/>
            </a:lvl1pPr>
          </a:lstStyle>
          <a:p>
            <a:pPr lvl="0"/>
            <a:fld id="{54447967-55F2-4C44-B79B-93DF97399079}" type="slidenum">
              <a:t>‹Nr.›</a:t>
            </a:fld>
            <a:endParaRPr lang="de-DE"/>
          </a:p>
        </p:txBody>
      </p:sp>
    </p:spTree>
    <p:extLst>
      <p:ext uri="{BB962C8B-B14F-4D97-AF65-F5344CB8AC3E}">
        <p14:creationId xmlns:p14="http://schemas.microsoft.com/office/powerpoint/2010/main" val="14649146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6FB267-44CB-0445-CA40-7075487DF0D7}"/>
              </a:ext>
            </a:extLst>
          </p:cNvPr>
          <p:cNvSpPr txBox="1">
            <a:spLocks noGrp="1"/>
          </p:cNvSpPr>
          <p:nvPr>
            <p:ph type="title"/>
          </p:nvPr>
        </p:nvSpPr>
        <p:spPr/>
        <p:txBody>
          <a:bodyPr/>
          <a:lstStyle>
            <a:lvl1pPr>
              <a:defRPr/>
            </a:lvl1pPr>
          </a:lstStyle>
          <a:p>
            <a:pPr lvl="0"/>
            <a:r>
              <a:rPr lang="de-DE"/>
              <a:t>Mastertitelformat bearbeiten</a:t>
            </a:r>
          </a:p>
        </p:txBody>
      </p:sp>
      <p:sp>
        <p:nvSpPr>
          <p:cNvPr id="3" name="Inhaltsplatzhalter 2">
            <a:extLst>
              <a:ext uri="{FF2B5EF4-FFF2-40B4-BE49-F238E27FC236}">
                <a16:creationId xmlns:a16="http://schemas.microsoft.com/office/drawing/2014/main" id="{CF811E40-D4D3-B6A5-4585-D00E59E3BDC5}"/>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6C0A8713-8EC5-31A9-1EA8-4FA516B57840}"/>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7E649D5-0BE4-7B7F-606C-C9415EFB0801}"/>
              </a:ext>
            </a:extLst>
          </p:cNvPr>
          <p:cNvSpPr txBox="1">
            <a:spLocks noGrp="1"/>
          </p:cNvSpPr>
          <p:nvPr>
            <p:ph type="dt" sz="half" idx="7"/>
          </p:nvPr>
        </p:nvSpPr>
        <p:spPr/>
        <p:txBody>
          <a:bodyPr/>
          <a:lstStyle>
            <a:lvl1pPr>
              <a:defRPr/>
            </a:lvl1pPr>
          </a:lstStyle>
          <a:p>
            <a:pPr lvl="0"/>
            <a:fld id="{2B7E36CA-0776-442B-ADFB-B2865AA3CE94}" type="datetime1">
              <a:rPr lang="de-DE"/>
              <a:pPr lvl="0"/>
              <a:t>05.12.2025</a:t>
            </a:fld>
            <a:endParaRPr lang="de-DE"/>
          </a:p>
        </p:txBody>
      </p:sp>
      <p:sp>
        <p:nvSpPr>
          <p:cNvPr id="6" name="Fußzeilenplatzhalter 5">
            <a:extLst>
              <a:ext uri="{FF2B5EF4-FFF2-40B4-BE49-F238E27FC236}">
                <a16:creationId xmlns:a16="http://schemas.microsoft.com/office/drawing/2014/main" id="{D047947B-41E2-D09F-618B-43054207BAB8}"/>
              </a:ext>
            </a:extLst>
          </p:cNvPr>
          <p:cNvSpPr txBox="1">
            <a:spLocks noGrp="1"/>
          </p:cNvSpPr>
          <p:nvPr>
            <p:ph type="ftr" sz="quarter" idx="9"/>
          </p:nvPr>
        </p:nvSpPr>
        <p:spPr/>
        <p:txBody>
          <a:bodyPr/>
          <a:lstStyle>
            <a:lvl1pPr>
              <a:defRPr/>
            </a:lvl1pPr>
          </a:lstStyle>
          <a:p>
            <a:pPr lvl="0"/>
            <a:endParaRPr lang="de-DE"/>
          </a:p>
        </p:txBody>
      </p:sp>
      <p:sp>
        <p:nvSpPr>
          <p:cNvPr id="7" name="Foliennummernplatzhalter 6">
            <a:extLst>
              <a:ext uri="{FF2B5EF4-FFF2-40B4-BE49-F238E27FC236}">
                <a16:creationId xmlns:a16="http://schemas.microsoft.com/office/drawing/2014/main" id="{AC2AAE98-C7D8-D06B-A3D8-76FF6C1A83E2}"/>
              </a:ext>
            </a:extLst>
          </p:cNvPr>
          <p:cNvSpPr txBox="1">
            <a:spLocks noGrp="1"/>
          </p:cNvSpPr>
          <p:nvPr>
            <p:ph type="sldNum" sz="quarter" idx="8"/>
          </p:nvPr>
        </p:nvSpPr>
        <p:spPr/>
        <p:txBody>
          <a:bodyPr/>
          <a:lstStyle>
            <a:lvl1pPr>
              <a:defRPr/>
            </a:lvl1pPr>
          </a:lstStyle>
          <a:p>
            <a:pPr lvl="0"/>
            <a:fld id="{C1A88DF6-348A-47BB-ACD2-BFC2FE8331D7}" type="slidenum">
              <a:t>‹Nr.›</a:t>
            </a:fld>
            <a:endParaRPr lang="de-DE"/>
          </a:p>
        </p:txBody>
      </p:sp>
    </p:spTree>
    <p:extLst>
      <p:ext uri="{BB962C8B-B14F-4D97-AF65-F5344CB8AC3E}">
        <p14:creationId xmlns:p14="http://schemas.microsoft.com/office/powerpoint/2010/main" val="3689600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C28485-3F20-9D00-C79E-ACFDE217D18B}"/>
              </a:ext>
            </a:extLst>
          </p:cNvPr>
          <p:cNvSpPr txBox="1">
            <a:spLocks noGrp="1"/>
          </p:cNvSpPr>
          <p:nvPr>
            <p:ph type="title"/>
          </p:nvPr>
        </p:nvSpPr>
        <p:spPr>
          <a:xfrm>
            <a:off x="839784" y="365129"/>
            <a:ext cx="10515600" cy="1325559"/>
          </a:xfrm>
        </p:spPr>
        <p:txBody>
          <a:bodyPr/>
          <a:lstStyle>
            <a:lvl1pPr>
              <a:defRPr/>
            </a:lvl1pPr>
          </a:lstStyle>
          <a:p>
            <a:pPr lvl="0"/>
            <a:r>
              <a:rPr lang="de-DE"/>
              <a:t>Mastertitelformat bearbeiten</a:t>
            </a:r>
          </a:p>
        </p:txBody>
      </p:sp>
      <p:sp>
        <p:nvSpPr>
          <p:cNvPr id="3" name="Textplatzhalter 2">
            <a:extLst>
              <a:ext uri="{FF2B5EF4-FFF2-40B4-BE49-F238E27FC236}">
                <a16:creationId xmlns:a16="http://schemas.microsoft.com/office/drawing/2014/main" id="{D7D1BD26-4080-C832-4E14-6EA5BA2751D8}"/>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de-DE"/>
              <a:t>Mastertextformat bearbeiten</a:t>
            </a:r>
          </a:p>
        </p:txBody>
      </p:sp>
      <p:sp>
        <p:nvSpPr>
          <p:cNvPr id="4" name="Inhaltsplatzhalter 3">
            <a:extLst>
              <a:ext uri="{FF2B5EF4-FFF2-40B4-BE49-F238E27FC236}">
                <a16:creationId xmlns:a16="http://schemas.microsoft.com/office/drawing/2014/main" id="{FA4BAF61-B76E-FB52-EC1C-1F00A4A799C6}"/>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94CFA8C4-8851-A463-81BD-34DDA6EB2FC9}"/>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de-DE"/>
              <a:t>Mastertextformat bearbeiten</a:t>
            </a:r>
          </a:p>
        </p:txBody>
      </p:sp>
      <p:sp>
        <p:nvSpPr>
          <p:cNvPr id="6" name="Inhaltsplatzhalter 5">
            <a:extLst>
              <a:ext uri="{FF2B5EF4-FFF2-40B4-BE49-F238E27FC236}">
                <a16:creationId xmlns:a16="http://schemas.microsoft.com/office/drawing/2014/main" id="{6A398BDF-368C-16C1-957E-2BCA58C2461C}"/>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881CBA6-7AE5-C421-C69F-B2C8855CBE74}"/>
              </a:ext>
            </a:extLst>
          </p:cNvPr>
          <p:cNvSpPr txBox="1">
            <a:spLocks noGrp="1"/>
          </p:cNvSpPr>
          <p:nvPr>
            <p:ph type="dt" sz="half" idx="7"/>
          </p:nvPr>
        </p:nvSpPr>
        <p:spPr/>
        <p:txBody>
          <a:bodyPr/>
          <a:lstStyle>
            <a:lvl1pPr>
              <a:defRPr/>
            </a:lvl1pPr>
          </a:lstStyle>
          <a:p>
            <a:pPr lvl="0"/>
            <a:fld id="{2E1553C9-E0BA-4FE5-9A81-CE9ABE0EC381}" type="datetime1">
              <a:rPr lang="de-DE"/>
              <a:pPr lvl="0"/>
              <a:t>05.12.2025</a:t>
            </a:fld>
            <a:endParaRPr lang="de-DE"/>
          </a:p>
        </p:txBody>
      </p:sp>
      <p:sp>
        <p:nvSpPr>
          <p:cNvPr id="8" name="Fußzeilenplatzhalter 7">
            <a:extLst>
              <a:ext uri="{FF2B5EF4-FFF2-40B4-BE49-F238E27FC236}">
                <a16:creationId xmlns:a16="http://schemas.microsoft.com/office/drawing/2014/main" id="{A6D02586-48A6-58E3-AFFE-734D3972CA34}"/>
              </a:ext>
            </a:extLst>
          </p:cNvPr>
          <p:cNvSpPr txBox="1">
            <a:spLocks noGrp="1"/>
          </p:cNvSpPr>
          <p:nvPr>
            <p:ph type="ftr" sz="quarter" idx="9"/>
          </p:nvPr>
        </p:nvSpPr>
        <p:spPr/>
        <p:txBody>
          <a:bodyPr/>
          <a:lstStyle>
            <a:lvl1pPr>
              <a:defRPr/>
            </a:lvl1pPr>
          </a:lstStyle>
          <a:p>
            <a:pPr lvl="0"/>
            <a:endParaRPr lang="de-DE"/>
          </a:p>
        </p:txBody>
      </p:sp>
      <p:sp>
        <p:nvSpPr>
          <p:cNvPr id="9" name="Foliennummernplatzhalter 8">
            <a:extLst>
              <a:ext uri="{FF2B5EF4-FFF2-40B4-BE49-F238E27FC236}">
                <a16:creationId xmlns:a16="http://schemas.microsoft.com/office/drawing/2014/main" id="{9C642459-3F90-549B-CA6F-42D67630E513}"/>
              </a:ext>
            </a:extLst>
          </p:cNvPr>
          <p:cNvSpPr txBox="1">
            <a:spLocks noGrp="1"/>
          </p:cNvSpPr>
          <p:nvPr>
            <p:ph type="sldNum" sz="quarter" idx="8"/>
          </p:nvPr>
        </p:nvSpPr>
        <p:spPr/>
        <p:txBody>
          <a:bodyPr/>
          <a:lstStyle>
            <a:lvl1pPr>
              <a:defRPr/>
            </a:lvl1pPr>
          </a:lstStyle>
          <a:p>
            <a:pPr lvl="0"/>
            <a:fld id="{002613BA-A4BC-4ABD-A380-DF81CE02294E}" type="slidenum">
              <a:t>‹Nr.›</a:t>
            </a:fld>
            <a:endParaRPr lang="de-DE"/>
          </a:p>
        </p:txBody>
      </p:sp>
    </p:spTree>
    <p:extLst>
      <p:ext uri="{BB962C8B-B14F-4D97-AF65-F5344CB8AC3E}">
        <p14:creationId xmlns:p14="http://schemas.microsoft.com/office/powerpoint/2010/main" val="302580705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045073-422E-791A-82FE-38326200108C}"/>
              </a:ext>
            </a:extLst>
          </p:cNvPr>
          <p:cNvSpPr txBox="1">
            <a:spLocks noGrp="1"/>
          </p:cNvSpPr>
          <p:nvPr>
            <p:ph type="title"/>
          </p:nvPr>
        </p:nvSpPr>
        <p:spPr/>
        <p:txBody>
          <a:bodyPr/>
          <a:lstStyle>
            <a:lvl1pPr>
              <a:defRPr/>
            </a:lvl1pPr>
          </a:lstStyle>
          <a:p>
            <a:pPr lvl="0"/>
            <a:r>
              <a:rPr lang="de-DE"/>
              <a:t>Mastertitelformat bearbeiten</a:t>
            </a:r>
          </a:p>
        </p:txBody>
      </p:sp>
      <p:sp>
        <p:nvSpPr>
          <p:cNvPr id="3" name="Datumsplatzhalter 2">
            <a:extLst>
              <a:ext uri="{FF2B5EF4-FFF2-40B4-BE49-F238E27FC236}">
                <a16:creationId xmlns:a16="http://schemas.microsoft.com/office/drawing/2014/main" id="{6C47DA8D-68C1-FD0B-A614-AFF413611C1E}"/>
              </a:ext>
            </a:extLst>
          </p:cNvPr>
          <p:cNvSpPr txBox="1">
            <a:spLocks noGrp="1"/>
          </p:cNvSpPr>
          <p:nvPr>
            <p:ph type="dt" sz="half" idx="7"/>
          </p:nvPr>
        </p:nvSpPr>
        <p:spPr/>
        <p:txBody>
          <a:bodyPr/>
          <a:lstStyle>
            <a:lvl1pPr>
              <a:defRPr/>
            </a:lvl1pPr>
          </a:lstStyle>
          <a:p>
            <a:pPr lvl="0"/>
            <a:fld id="{4A012D32-D624-4A49-9C47-C9C53629AD78}" type="datetime1">
              <a:rPr lang="de-DE"/>
              <a:pPr lvl="0"/>
              <a:t>05.12.2025</a:t>
            </a:fld>
            <a:endParaRPr lang="de-DE"/>
          </a:p>
        </p:txBody>
      </p:sp>
      <p:sp>
        <p:nvSpPr>
          <p:cNvPr id="4" name="Fußzeilenplatzhalter 3">
            <a:extLst>
              <a:ext uri="{FF2B5EF4-FFF2-40B4-BE49-F238E27FC236}">
                <a16:creationId xmlns:a16="http://schemas.microsoft.com/office/drawing/2014/main" id="{FD5C1CEE-214F-F84A-3148-B3C274164D4C}"/>
              </a:ext>
            </a:extLst>
          </p:cNvPr>
          <p:cNvSpPr txBox="1">
            <a:spLocks noGrp="1"/>
          </p:cNvSpPr>
          <p:nvPr>
            <p:ph type="ftr" sz="quarter" idx="9"/>
          </p:nvPr>
        </p:nvSpPr>
        <p:spPr/>
        <p:txBody>
          <a:bodyPr/>
          <a:lstStyle>
            <a:lvl1pPr>
              <a:defRPr/>
            </a:lvl1pPr>
          </a:lstStyle>
          <a:p>
            <a:pPr lvl="0"/>
            <a:endParaRPr lang="de-DE"/>
          </a:p>
        </p:txBody>
      </p:sp>
      <p:sp>
        <p:nvSpPr>
          <p:cNvPr id="5" name="Foliennummernplatzhalter 4">
            <a:extLst>
              <a:ext uri="{FF2B5EF4-FFF2-40B4-BE49-F238E27FC236}">
                <a16:creationId xmlns:a16="http://schemas.microsoft.com/office/drawing/2014/main" id="{F9B095EC-8E84-38A2-B464-1A502596C798}"/>
              </a:ext>
            </a:extLst>
          </p:cNvPr>
          <p:cNvSpPr txBox="1">
            <a:spLocks noGrp="1"/>
          </p:cNvSpPr>
          <p:nvPr>
            <p:ph type="sldNum" sz="quarter" idx="8"/>
          </p:nvPr>
        </p:nvSpPr>
        <p:spPr/>
        <p:txBody>
          <a:bodyPr/>
          <a:lstStyle>
            <a:lvl1pPr>
              <a:defRPr/>
            </a:lvl1pPr>
          </a:lstStyle>
          <a:p>
            <a:pPr lvl="0"/>
            <a:fld id="{4065FAF4-9BA9-44F9-8D83-0044E9F9B92F}" type="slidenum">
              <a:t>‹Nr.›</a:t>
            </a:fld>
            <a:endParaRPr lang="de-DE"/>
          </a:p>
        </p:txBody>
      </p:sp>
    </p:spTree>
    <p:extLst>
      <p:ext uri="{BB962C8B-B14F-4D97-AF65-F5344CB8AC3E}">
        <p14:creationId xmlns:p14="http://schemas.microsoft.com/office/powerpoint/2010/main" val="462645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4B76B67-F9EC-2210-5BCF-993C9CCC96C9}"/>
              </a:ext>
            </a:extLst>
          </p:cNvPr>
          <p:cNvSpPr txBox="1">
            <a:spLocks noGrp="1"/>
          </p:cNvSpPr>
          <p:nvPr>
            <p:ph type="dt" sz="half" idx="7"/>
          </p:nvPr>
        </p:nvSpPr>
        <p:spPr/>
        <p:txBody>
          <a:bodyPr/>
          <a:lstStyle>
            <a:lvl1pPr>
              <a:defRPr/>
            </a:lvl1pPr>
          </a:lstStyle>
          <a:p>
            <a:pPr lvl="0"/>
            <a:fld id="{8C52D300-A1BA-4B82-80AC-439B620BB95E}" type="datetime1">
              <a:rPr lang="de-DE"/>
              <a:pPr lvl="0"/>
              <a:t>05.12.2025</a:t>
            </a:fld>
            <a:endParaRPr lang="de-DE"/>
          </a:p>
        </p:txBody>
      </p:sp>
      <p:sp>
        <p:nvSpPr>
          <p:cNvPr id="3" name="Fußzeilenplatzhalter 2">
            <a:extLst>
              <a:ext uri="{FF2B5EF4-FFF2-40B4-BE49-F238E27FC236}">
                <a16:creationId xmlns:a16="http://schemas.microsoft.com/office/drawing/2014/main" id="{F774FAA0-168C-E183-BF73-36B1181C54A7}"/>
              </a:ext>
            </a:extLst>
          </p:cNvPr>
          <p:cNvSpPr txBox="1">
            <a:spLocks noGrp="1"/>
          </p:cNvSpPr>
          <p:nvPr>
            <p:ph type="ftr" sz="quarter" idx="9"/>
          </p:nvPr>
        </p:nvSpPr>
        <p:spPr/>
        <p:txBody>
          <a:bodyPr/>
          <a:lstStyle>
            <a:lvl1pPr>
              <a:defRPr/>
            </a:lvl1pPr>
          </a:lstStyle>
          <a:p>
            <a:pPr lvl="0"/>
            <a:endParaRPr lang="de-DE"/>
          </a:p>
        </p:txBody>
      </p:sp>
      <p:sp>
        <p:nvSpPr>
          <p:cNvPr id="4" name="Foliennummernplatzhalter 3">
            <a:extLst>
              <a:ext uri="{FF2B5EF4-FFF2-40B4-BE49-F238E27FC236}">
                <a16:creationId xmlns:a16="http://schemas.microsoft.com/office/drawing/2014/main" id="{E9B1F423-17FB-1962-BA01-29FA757F984C}"/>
              </a:ext>
            </a:extLst>
          </p:cNvPr>
          <p:cNvSpPr txBox="1">
            <a:spLocks noGrp="1"/>
          </p:cNvSpPr>
          <p:nvPr>
            <p:ph type="sldNum" sz="quarter" idx="8"/>
          </p:nvPr>
        </p:nvSpPr>
        <p:spPr/>
        <p:txBody>
          <a:bodyPr/>
          <a:lstStyle>
            <a:lvl1pPr>
              <a:defRPr/>
            </a:lvl1pPr>
          </a:lstStyle>
          <a:p>
            <a:pPr lvl="0"/>
            <a:fld id="{8C36C28D-7D59-4591-BCDA-055A411C0980}" type="slidenum">
              <a:t>‹Nr.›</a:t>
            </a:fld>
            <a:endParaRPr lang="de-DE"/>
          </a:p>
        </p:txBody>
      </p:sp>
    </p:spTree>
    <p:extLst>
      <p:ext uri="{BB962C8B-B14F-4D97-AF65-F5344CB8AC3E}">
        <p14:creationId xmlns:p14="http://schemas.microsoft.com/office/powerpoint/2010/main" val="2481410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009DB9-9E33-4847-B9A6-DF038551B380}"/>
              </a:ext>
            </a:extLst>
          </p:cNvPr>
          <p:cNvSpPr txBox="1">
            <a:spLocks noGrp="1"/>
          </p:cNvSpPr>
          <p:nvPr>
            <p:ph type="title"/>
          </p:nvPr>
        </p:nvSpPr>
        <p:spPr>
          <a:xfrm>
            <a:off x="839784" y="457200"/>
            <a:ext cx="3932240" cy="1600200"/>
          </a:xfrm>
        </p:spPr>
        <p:txBody>
          <a:bodyPr anchor="b"/>
          <a:lstStyle>
            <a:lvl1pPr>
              <a:defRPr sz="3200"/>
            </a:lvl1pPr>
          </a:lstStyle>
          <a:p>
            <a:pPr lvl="0"/>
            <a:r>
              <a:rPr lang="de-DE"/>
              <a:t>Mastertitelformat bearbeiten</a:t>
            </a:r>
          </a:p>
        </p:txBody>
      </p:sp>
      <p:sp>
        <p:nvSpPr>
          <p:cNvPr id="3" name="Inhaltsplatzhalter 2">
            <a:extLst>
              <a:ext uri="{FF2B5EF4-FFF2-40B4-BE49-F238E27FC236}">
                <a16:creationId xmlns:a16="http://schemas.microsoft.com/office/drawing/2014/main" id="{B95AD9A4-8FEB-634B-B229-94AA7DA5CBE7}"/>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E1B589BB-6612-B115-68A4-25AFBBCA867B}"/>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de-DE"/>
              <a:t>Mastertextformat bearbeiten</a:t>
            </a:r>
          </a:p>
        </p:txBody>
      </p:sp>
      <p:sp>
        <p:nvSpPr>
          <p:cNvPr id="5" name="Datumsplatzhalter 4">
            <a:extLst>
              <a:ext uri="{FF2B5EF4-FFF2-40B4-BE49-F238E27FC236}">
                <a16:creationId xmlns:a16="http://schemas.microsoft.com/office/drawing/2014/main" id="{47ED3B9B-747A-627A-446A-DD56935A87AA}"/>
              </a:ext>
            </a:extLst>
          </p:cNvPr>
          <p:cNvSpPr txBox="1">
            <a:spLocks noGrp="1"/>
          </p:cNvSpPr>
          <p:nvPr>
            <p:ph type="dt" sz="half" idx="7"/>
          </p:nvPr>
        </p:nvSpPr>
        <p:spPr/>
        <p:txBody>
          <a:bodyPr/>
          <a:lstStyle>
            <a:lvl1pPr>
              <a:defRPr/>
            </a:lvl1pPr>
          </a:lstStyle>
          <a:p>
            <a:pPr lvl="0"/>
            <a:fld id="{C7A3ABF2-D294-4EC7-97D4-8F25442D03E2}" type="datetime1">
              <a:rPr lang="de-DE"/>
              <a:pPr lvl="0"/>
              <a:t>05.12.2025</a:t>
            </a:fld>
            <a:endParaRPr lang="de-DE"/>
          </a:p>
        </p:txBody>
      </p:sp>
      <p:sp>
        <p:nvSpPr>
          <p:cNvPr id="6" name="Fußzeilenplatzhalter 5">
            <a:extLst>
              <a:ext uri="{FF2B5EF4-FFF2-40B4-BE49-F238E27FC236}">
                <a16:creationId xmlns:a16="http://schemas.microsoft.com/office/drawing/2014/main" id="{98725D89-722D-7188-829F-B5C6CF9A5740}"/>
              </a:ext>
            </a:extLst>
          </p:cNvPr>
          <p:cNvSpPr txBox="1">
            <a:spLocks noGrp="1"/>
          </p:cNvSpPr>
          <p:nvPr>
            <p:ph type="ftr" sz="quarter" idx="9"/>
          </p:nvPr>
        </p:nvSpPr>
        <p:spPr/>
        <p:txBody>
          <a:bodyPr/>
          <a:lstStyle>
            <a:lvl1pPr>
              <a:defRPr/>
            </a:lvl1pPr>
          </a:lstStyle>
          <a:p>
            <a:pPr lvl="0"/>
            <a:endParaRPr lang="de-DE"/>
          </a:p>
        </p:txBody>
      </p:sp>
      <p:sp>
        <p:nvSpPr>
          <p:cNvPr id="7" name="Foliennummernplatzhalter 6">
            <a:extLst>
              <a:ext uri="{FF2B5EF4-FFF2-40B4-BE49-F238E27FC236}">
                <a16:creationId xmlns:a16="http://schemas.microsoft.com/office/drawing/2014/main" id="{461F92A7-A1E2-3115-A01E-F84DDB48EE40}"/>
              </a:ext>
            </a:extLst>
          </p:cNvPr>
          <p:cNvSpPr txBox="1">
            <a:spLocks noGrp="1"/>
          </p:cNvSpPr>
          <p:nvPr>
            <p:ph type="sldNum" sz="quarter" idx="8"/>
          </p:nvPr>
        </p:nvSpPr>
        <p:spPr/>
        <p:txBody>
          <a:bodyPr/>
          <a:lstStyle>
            <a:lvl1pPr>
              <a:defRPr/>
            </a:lvl1pPr>
          </a:lstStyle>
          <a:p>
            <a:pPr lvl="0"/>
            <a:fld id="{6E143995-3C64-4B55-9EE4-EB3EC882FC1B}" type="slidenum">
              <a:t>‹Nr.›</a:t>
            </a:fld>
            <a:endParaRPr lang="de-DE"/>
          </a:p>
        </p:txBody>
      </p:sp>
    </p:spTree>
    <p:extLst>
      <p:ext uri="{BB962C8B-B14F-4D97-AF65-F5344CB8AC3E}">
        <p14:creationId xmlns:p14="http://schemas.microsoft.com/office/powerpoint/2010/main" val="3201752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9AD6B9-F2B2-BAC6-9BDD-971EEF0BE105}"/>
              </a:ext>
            </a:extLst>
          </p:cNvPr>
          <p:cNvSpPr txBox="1">
            <a:spLocks noGrp="1"/>
          </p:cNvSpPr>
          <p:nvPr>
            <p:ph type="title"/>
          </p:nvPr>
        </p:nvSpPr>
        <p:spPr>
          <a:xfrm>
            <a:off x="839784" y="457200"/>
            <a:ext cx="3932240" cy="1600200"/>
          </a:xfrm>
        </p:spPr>
        <p:txBody>
          <a:bodyPr anchor="b"/>
          <a:lstStyle>
            <a:lvl1pPr>
              <a:defRPr sz="3200"/>
            </a:lvl1pPr>
          </a:lstStyle>
          <a:p>
            <a:pPr lvl="0"/>
            <a:r>
              <a:rPr lang="de-DE"/>
              <a:t>Mastertitelformat bearbeiten</a:t>
            </a:r>
          </a:p>
        </p:txBody>
      </p:sp>
      <p:sp>
        <p:nvSpPr>
          <p:cNvPr id="3" name="Bildplatzhalter 2">
            <a:extLst>
              <a:ext uri="{FF2B5EF4-FFF2-40B4-BE49-F238E27FC236}">
                <a16:creationId xmlns:a16="http://schemas.microsoft.com/office/drawing/2014/main" id="{5765FC56-D60B-3D76-21F5-337D00111070}"/>
              </a:ext>
            </a:extLst>
          </p:cNvPr>
          <p:cNvSpPr txBox="1">
            <a:spLocks noGrp="1"/>
          </p:cNvSpPr>
          <p:nvPr>
            <p:ph type="pic" idx="1"/>
          </p:nvPr>
        </p:nvSpPr>
        <p:spPr>
          <a:xfrm>
            <a:off x="5183184" y="987423"/>
            <a:ext cx="6172200" cy="4873623"/>
          </a:xfrm>
        </p:spPr>
        <p:txBody>
          <a:bodyPr/>
          <a:lstStyle>
            <a:lvl1pPr marL="0" indent="0">
              <a:buNone/>
              <a:defRPr sz="3200"/>
            </a:lvl1pPr>
          </a:lstStyle>
          <a:p>
            <a:pPr lvl="0"/>
            <a:endParaRPr lang="de-DE"/>
          </a:p>
        </p:txBody>
      </p:sp>
      <p:sp>
        <p:nvSpPr>
          <p:cNvPr id="4" name="Textplatzhalter 3">
            <a:extLst>
              <a:ext uri="{FF2B5EF4-FFF2-40B4-BE49-F238E27FC236}">
                <a16:creationId xmlns:a16="http://schemas.microsoft.com/office/drawing/2014/main" id="{D4E3C901-A974-08D5-6D96-DDC7F1466BEA}"/>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de-DE"/>
              <a:t>Mastertextformat bearbeiten</a:t>
            </a:r>
          </a:p>
        </p:txBody>
      </p:sp>
      <p:sp>
        <p:nvSpPr>
          <p:cNvPr id="5" name="Datumsplatzhalter 4">
            <a:extLst>
              <a:ext uri="{FF2B5EF4-FFF2-40B4-BE49-F238E27FC236}">
                <a16:creationId xmlns:a16="http://schemas.microsoft.com/office/drawing/2014/main" id="{76DE0C74-DF0C-245B-5FD7-BE94A62C0DE6}"/>
              </a:ext>
            </a:extLst>
          </p:cNvPr>
          <p:cNvSpPr txBox="1">
            <a:spLocks noGrp="1"/>
          </p:cNvSpPr>
          <p:nvPr>
            <p:ph type="dt" sz="half" idx="7"/>
          </p:nvPr>
        </p:nvSpPr>
        <p:spPr/>
        <p:txBody>
          <a:bodyPr/>
          <a:lstStyle>
            <a:lvl1pPr>
              <a:defRPr/>
            </a:lvl1pPr>
          </a:lstStyle>
          <a:p>
            <a:pPr lvl="0"/>
            <a:fld id="{D95604B0-881C-4BED-ACC1-DBF4084B488D}" type="datetime1">
              <a:rPr lang="de-DE"/>
              <a:pPr lvl="0"/>
              <a:t>05.12.2025</a:t>
            </a:fld>
            <a:endParaRPr lang="de-DE"/>
          </a:p>
        </p:txBody>
      </p:sp>
      <p:sp>
        <p:nvSpPr>
          <p:cNvPr id="6" name="Fußzeilenplatzhalter 5">
            <a:extLst>
              <a:ext uri="{FF2B5EF4-FFF2-40B4-BE49-F238E27FC236}">
                <a16:creationId xmlns:a16="http://schemas.microsoft.com/office/drawing/2014/main" id="{ADA4563B-8C33-1338-B486-C747A60800D6}"/>
              </a:ext>
            </a:extLst>
          </p:cNvPr>
          <p:cNvSpPr txBox="1">
            <a:spLocks noGrp="1"/>
          </p:cNvSpPr>
          <p:nvPr>
            <p:ph type="ftr" sz="quarter" idx="9"/>
          </p:nvPr>
        </p:nvSpPr>
        <p:spPr/>
        <p:txBody>
          <a:bodyPr/>
          <a:lstStyle>
            <a:lvl1pPr>
              <a:defRPr/>
            </a:lvl1pPr>
          </a:lstStyle>
          <a:p>
            <a:pPr lvl="0"/>
            <a:endParaRPr lang="de-DE"/>
          </a:p>
        </p:txBody>
      </p:sp>
      <p:sp>
        <p:nvSpPr>
          <p:cNvPr id="7" name="Foliennummernplatzhalter 6">
            <a:extLst>
              <a:ext uri="{FF2B5EF4-FFF2-40B4-BE49-F238E27FC236}">
                <a16:creationId xmlns:a16="http://schemas.microsoft.com/office/drawing/2014/main" id="{BD8560E8-1043-BA32-1354-C42CABBCCED8}"/>
              </a:ext>
            </a:extLst>
          </p:cNvPr>
          <p:cNvSpPr txBox="1">
            <a:spLocks noGrp="1"/>
          </p:cNvSpPr>
          <p:nvPr>
            <p:ph type="sldNum" sz="quarter" idx="8"/>
          </p:nvPr>
        </p:nvSpPr>
        <p:spPr/>
        <p:txBody>
          <a:bodyPr/>
          <a:lstStyle>
            <a:lvl1pPr>
              <a:defRPr/>
            </a:lvl1pPr>
          </a:lstStyle>
          <a:p>
            <a:pPr lvl="0"/>
            <a:fld id="{9B2B754C-1510-4D34-AD27-F1CE0B69FC32}" type="slidenum">
              <a:t>‹Nr.›</a:t>
            </a:fld>
            <a:endParaRPr lang="de-DE"/>
          </a:p>
        </p:txBody>
      </p:sp>
    </p:spTree>
    <p:extLst>
      <p:ext uri="{BB962C8B-B14F-4D97-AF65-F5344CB8AC3E}">
        <p14:creationId xmlns:p14="http://schemas.microsoft.com/office/powerpoint/2010/main" val="3145898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A56702-23DE-A5E1-6002-EF8CFE972889}"/>
              </a:ext>
            </a:extLst>
          </p:cNvPr>
          <p:cNvSpPr txBox="1">
            <a:spLocks noGrp="1"/>
          </p:cNvSpPr>
          <p:nvPr>
            <p:ph type="title"/>
          </p:nvPr>
        </p:nvSpPr>
        <p:spPr/>
        <p:txBody>
          <a:bodyPr/>
          <a:lstStyle>
            <a:lvl1pPr>
              <a:defRPr/>
            </a:lvl1pPr>
          </a:lstStyle>
          <a:p>
            <a:pPr lvl="0"/>
            <a:r>
              <a:rPr lang="de-DE"/>
              <a:t>Mastertitelformat bearbeiten</a:t>
            </a:r>
          </a:p>
        </p:txBody>
      </p:sp>
      <p:sp>
        <p:nvSpPr>
          <p:cNvPr id="3" name="Vertikaler Textplatzhalter 2">
            <a:extLst>
              <a:ext uri="{FF2B5EF4-FFF2-40B4-BE49-F238E27FC236}">
                <a16:creationId xmlns:a16="http://schemas.microsoft.com/office/drawing/2014/main" id="{0892FC1E-FB9A-640F-9F9A-399D834A4940}"/>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54FA248-37E0-DAF1-18A6-BAB7D8798053}"/>
              </a:ext>
            </a:extLst>
          </p:cNvPr>
          <p:cNvSpPr txBox="1">
            <a:spLocks noGrp="1"/>
          </p:cNvSpPr>
          <p:nvPr>
            <p:ph type="dt" sz="half" idx="7"/>
          </p:nvPr>
        </p:nvSpPr>
        <p:spPr/>
        <p:txBody>
          <a:bodyPr/>
          <a:lstStyle>
            <a:lvl1pPr>
              <a:defRPr/>
            </a:lvl1pPr>
          </a:lstStyle>
          <a:p>
            <a:pPr lvl="0"/>
            <a:fld id="{D5E8D7B0-E1CF-4792-992E-B161185ABC01}" type="datetime1">
              <a:rPr lang="de-DE"/>
              <a:pPr lvl="0"/>
              <a:t>05.12.2025</a:t>
            </a:fld>
            <a:endParaRPr lang="de-DE"/>
          </a:p>
        </p:txBody>
      </p:sp>
      <p:sp>
        <p:nvSpPr>
          <p:cNvPr id="5" name="Fußzeilenplatzhalter 4">
            <a:extLst>
              <a:ext uri="{FF2B5EF4-FFF2-40B4-BE49-F238E27FC236}">
                <a16:creationId xmlns:a16="http://schemas.microsoft.com/office/drawing/2014/main" id="{84CF538D-1DDC-2949-34CB-BBBB878FCFD0}"/>
              </a:ext>
            </a:extLst>
          </p:cNvPr>
          <p:cNvSpPr txBox="1">
            <a:spLocks noGrp="1"/>
          </p:cNvSpPr>
          <p:nvPr>
            <p:ph type="ftr" sz="quarter" idx="9"/>
          </p:nvPr>
        </p:nvSpPr>
        <p:spPr/>
        <p:txBody>
          <a:bodyPr/>
          <a:lstStyle>
            <a:lvl1pPr>
              <a:defRPr/>
            </a:lvl1pPr>
          </a:lstStyle>
          <a:p>
            <a:pPr lvl="0"/>
            <a:endParaRPr lang="de-DE"/>
          </a:p>
        </p:txBody>
      </p:sp>
      <p:sp>
        <p:nvSpPr>
          <p:cNvPr id="6" name="Foliennummernplatzhalter 5">
            <a:extLst>
              <a:ext uri="{FF2B5EF4-FFF2-40B4-BE49-F238E27FC236}">
                <a16:creationId xmlns:a16="http://schemas.microsoft.com/office/drawing/2014/main" id="{C2C6E8D7-4544-3560-7304-BB65CB61C1D4}"/>
              </a:ext>
            </a:extLst>
          </p:cNvPr>
          <p:cNvSpPr txBox="1">
            <a:spLocks noGrp="1"/>
          </p:cNvSpPr>
          <p:nvPr>
            <p:ph type="sldNum" sz="quarter" idx="8"/>
          </p:nvPr>
        </p:nvSpPr>
        <p:spPr/>
        <p:txBody>
          <a:bodyPr/>
          <a:lstStyle>
            <a:lvl1pPr>
              <a:defRPr/>
            </a:lvl1pPr>
          </a:lstStyle>
          <a:p>
            <a:pPr lvl="0"/>
            <a:fld id="{4A94FC86-A9D7-4752-8659-82308C899737}" type="slidenum">
              <a:t>‹Nr.›</a:t>
            </a:fld>
            <a:endParaRPr lang="de-DE"/>
          </a:p>
        </p:txBody>
      </p:sp>
    </p:spTree>
    <p:extLst>
      <p:ext uri="{BB962C8B-B14F-4D97-AF65-F5344CB8AC3E}">
        <p14:creationId xmlns:p14="http://schemas.microsoft.com/office/powerpoint/2010/main" val="3131648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CE475CD-05E7-7BD0-1ADD-393B75D1D6F6}"/>
              </a:ext>
            </a:extLst>
          </p:cNvPr>
          <p:cNvSpPr txBox="1">
            <a:spLocks noGrp="1"/>
          </p:cNvSpPr>
          <p:nvPr>
            <p:ph type="title" orient="vert"/>
          </p:nvPr>
        </p:nvSpPr>
        <p:spPr>
          <a:xfrm>
            <a:off x="8724903" y="365129"/>
            <a:ext cx="2628899" cy="5811834"/>
          </a:xfrm>
        </p:spPr>
        <p:txBody>
          <a:bodyPr vert="eaVert"/>
          <a:lstStyle>
            <a:lvl1pPr>
              <a:defRPr/>
            </a:lvl1pPr>
          </a:lstStyle>
          <a:p>
            <a:pPr lvl="0"/>
            <a:r>
              <a:rPr lang="de-DE"/>
              <a:t>Mastertitelformat bearbeiten</a:t>
            </a:r>
          </a:p>
        </p:txBody>
      </p:sp>
      <p:sp>
        <p:nvSpPr>
          <p:cNvPr id="3" name="Vertikaler Textplatzhalter 2">
            <a:extLst>
              <a:ext uri="{FF2B5EF4-FFF2-40B4-BE49-F238E27FC236}">
                <a16:creationId xmlns:a16="http://schemas.microsoft.com/office/drawing/2014/main" id="{485D2AAA-6707-01F7-3B12-049D6CE02025}"/>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E734B4E-C4C4-D3D9-CEF6-7086E15A229E}"/>
              </a:ext>
            </a:extLst>
          </p:cNvPr>
          <p:cNvSpPr txBox="1">
            <a:spLocks noGrp="1"/>
          </p:cNvSpPr>
          <p:nvPr>
            <p:ph type="dt" sz="half" idx="7"/>
          </p:nvPr>
        </p:nvSpPr>
        <p:spPr/>
        <p:txBody>
          <a:bodyPr/>
          <a:lstStyle>
            <a:lvl1pPr>
              <a:defRPr/>
            </a:lvl1pPr>
          </a:lstStyle>
          <a:p>
            <a:pPr lvl="0"/>
            <a:fld id="{07740C4C-13AD-4894-8A77-9405757D96D6}" type="datetime1">
              <a:rPr lang="de-DE"/>
              <a:pPr lvl="0"/>
              <a:t>05.12.2025</a:t>
            </a:fld>
            <a:endParaRPr lang="de-DE"/>
          </a:p>
        </p:txBody>
      </p:sp>
      <p:sp>
        <p:nvSpPr>
          <p:cNvPr id="5" name="Fußzeilenplatzhalter 4">
            <a:extLst>
              <a:ext uri="{FF2B5EF4-FFF2-40B4-BE49-F238E27FC236}">
                <a16:creationId xmlns:a16="http://schemas.microsoft.com/office/drawing/2014/main" id="{B98398B4-F0E3-1E88-F313-B92BE9F52BE7}"/>
              </a:ext>
            </a:extLst>
          </p:cNvPr>
          <p:cNvSpPr txBox="1">
            <a:spLocks noGrp="1"/>
          </p:cNvSpPr>
          <p:nvPr>
            <p:ph type="ftr" sz="quarter" idx="9"/>
          </p:nvPr>
        </p:nvSpPr>
        <p:spPr/>
        <p:txBody>
          <a:bodyPr/>
          <a:lstStyle>
            <a:lvl1pPr>
              <a:defRPr/>
            </a:lvl1pPr>
          </a:lstStyle>
          <a:p>
            <a:pPr lvl="0"/>
            <a:endParaRPr lang="de-DE"/>
          </a:p>
        </p:txBody>
      </p:sp>
      <p:sp>
        <p:nvSpPr>
          <p:cNvPr id="6" name="Foliennummernplatzhalter 5">
            <a:extLst>
              <a:ext uri="{FF2B5EF4-FFF2-40B4-BE49-F238E27FC236}">
                <a16:creationId xmlns:a16="http://schemas.microsoft.com/office/drawing/2014/main" id="{00B41FC8-22AA-53C6-107A-E34E40F7E339}"/>
              </a:ext>
            </a:extLst>
          </p:cNvPr>
          <p:cNvSpPr txBox="1">
            <a:spLocks noGrp="1"/>
          </p:cNvSpPr>
          <p:nvPr>
            <p:ph type="sldNum" sz="quarter" idx="8"/>
          </p:nvPr>
        </p:nvSpPr>
        <p:spPr/>
        <p:txBody>
          <a:bodyPr/>
          <a:lstStyle>
            <a:lvl1pPr>
              <a:defRPr/>
            </a:lvl1pPr>
          </a:lstStyle>
          <a:p>
            <a:pPr lvl="0"/>
            <a:fld id="{B81B43F3-1F09-45A1-BA34-1AE15589C69C}" type="slidenum">
              <a:t>‹Nr.›</a:t>
            </a:fld>
            <a:endParaRPr lang="de-DE"/>
          </a:p>
        </p:txBody>
      </p:sp>
    </p:spTree>
    <p:extLst>
      <p:ext uri="{BB962C8B-B14F-4D97-AF65-F5344CB8AC3E}">
        <p14:creationId xmlns:p14="http://schemas.microsoft.com/office/powerpoint/2010/main" val="173589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0DF60C7-2522-87A0-FF51-240314DC5A4D}"/>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de-DE"/>
              <a:t>Mastertitelformat bearbeiten</a:t>
            </a:r>
          </a:p>
        </p:txBody>
      </p:sp>
      <p:sp>
        <p:nvSpPr>
          <p:cNvPr id="3" name="Textplatzhalter 2">
            <a:extLst>
              <a:ext uri="{FF2B5EF4-FFF2-40B4-BE49-F238E27FC236}">
                <a16:creationId xmlns:a16="http://schemas.microsoft.com/office/drawing/2014/main" id="{2E160981-BBB3-CF2F-9849-9864943DD77D}"/>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A79F53C-A4E9-43AB-43C3-DA309C485278}"/>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de-DE" sz="1200" b="0" i="0" u="none" strike="noStrike" kern="1200" cap="none" spc="0" baseline="0">
                <a:solidFill>
                  <a:srgbClr val="767676"/>
                </a:solidFill>
                <a:uFillTx/>
                <a:latin typeface="Aptos"/>
              </a:defRPr>
            </a:lvl1pPr>
          </a:lstStyle>
          <a:p>
            <a:pPr lvl="0"/>
            <a:fld id="{51742C85-9E6B-4384-ACBA-B1A6FDD8D804}" type="datetime1">
              <a:rPr lang="de-DE"/>
              <a:pPr lvl="0"/>
              <a:t>05.12.2025</a:t>
            </a:fld>
            <a:endParaRPr lang="de-DE"/>
          </a:p>
        </p:txBody>
      </p:sp>
      <p:sp>
        <p:nvSpPr>
          <p:cNvPr id="5" name="Fußzeilenplatzhalter 4">
            <a:extLst>
              <a:ext uri="{FF2B5EF4-FFF2-40B4-BE49-F238E27FC236}">
                <a16:creationId xmlns:a16="http://schemas.microsoft.com/office/drawing/2014/main" id="{1B1C398F-7700-08CB-EAE6-FA9A360B18D0}"/>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de-DE" sz="1200" b="0" i="0" u="none" strike="noStrike" kern="1200" cap="none" spc="0" baseline="0">
                <a:solidFill>
                  <a:srgbClr val="767676"/>
                </a:solidFill>
                <a:uFillTx/>
                <a:latin typeface="Aptos"/>
              </a:defRPr>
            </a:lvl1pPr>
          </a:lstStyle>
          <a:p>
            <a:pPr lvl="0"/>
            <a:endParaRPr lang="de-DE"/>
          </a:p>
        </p:txBody>
      </p:sp>
      <p:sp>
        <p:nvSpPr>
          <p:cNvPr id="6" name="Foliennummernplatzhalter 5">
            <a:extLst>
              <a:ext uri="{FF2B5EF4-FFF2-40B4-BE49-F238E27FC236}">
                <a16:creationId xmlns:a16="http://schemas.microsoft.com/office/drawing/2014/main" id="{E0359421-50FD-F73A-FA94-2C45FBC6FAAE}"/>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de-DE" sz="1200" b="0" i="0" u="none" strike="noStrike" kern="1200" cap="none" spc="0" baseline="0">
                <a:solidFill>
                  <a:srgbClr val="767676"/>
                </a:solidFill>
                <a:uFillTx/>
                <a:latin typeface="Aptos"/>
              </a:defRPr>
            </a:lvl1pPr>
          </a:lstStyle>
          <a:p>
            <a:pPr lvl="0"/>
            <a:fld id="{D6884CAE-F0BA-422E-9BAC-0A108432A3B2}" type="slidenum">
              <a:t>‹Nr.›</a:t>
            </a:fld>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de-DE" sz="4400" b="0" i="0" u="none" strike="noStrike" kern="1200" cap="none" spc="0" baseline="0">
          <a:solidFill>
            <a:srgbClr val="000000"/>
          </a:solidFill>
          <a:uFillTx/>
          <a:latin typeface="Aptos Display"/>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de-DE"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de-DE"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de-DE"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de-DE"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de-DE"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rgbClr val="FFFFFF"/>
        </a:solidFill>
        <a:effectLst/>
      </p:bgPr>
    </p:bg>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B611D230-D5B1-8C6A-651B-9662BF91240F}"/>
              </a:ext>
              <a:ext uri="{C183D7F6-B498-43B3-948B-1728B52AA6E4}">
                <adec:decorative xmlns:adec="http://schemas.microsoft.com/office/drawing/2017/decorative" val="1"/>
              </a:ext>
            </a:extLst>
          </p:cNvPr>
          <p:cNvSpPr>
            <a:spLocks noMove="1" noResize="1"/>
          </p:cNvSpPr>
          <p:nvPr/>
        </p:nvSpPr>
        <p:spPr>
          <a:xfrm>
            <a:off x="0" y="0"/>
            <a:ext cx="12191695" cy="6858000"/>
          </a:xfrm>
          <a:prstGeom prst="rect">
            <a:avLst/>
          </a:prstGeom>
          <a:solidFill>
            <a:srgbClr val="156082"/>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3" name="Rectangle 9">
            <a:extLst>
              <a:ext uri="{FF2B5EF4-FFF2-40B4-BE49-F238E27FC236}">
                <a16:creationId xmlns:a16="http://schemas.microsoft.com/office/drawing/2014/main" id="{3E561E58-D222-5D3D-C3D9-33A18A47DB54}"/>
              </a:ext>
              <a:ext uri="{C183D7F6-B498-43B3-948B-1728B52AA6E4}">
                <adec:decorative xmlns:adec="http://schemas.microsoft.com/office/drawing/2017/decorative" val="1"/>
              </a:ext>
            </a:extLst>
          </p:cNvPr>
          <p:cNvSpPr>
            <a:spLocks noMove="1" noResize="1"/>
          </p:cNvSpPr>
          <p:nvPr/>
        </p:nvSpPr>
        <p:spPr>
          <a:xfrm>
            <a:off x="301" y="0"/>
            <a:ext cx="12191695" cy="68580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00" b="0" i="0" u="none" strike="noStrike" kern="1200" cap="none" spc="0" baseline="0">
              <a:solidFill>
                <a:srgbClr val="FFFFFF"/>
              </a:solidFill>
              <a:uFillTx/>
              <a:latin typeface="Aptos"/>
            </a:endParaRPr>
          </a:p>
        </p:txBody>
      </p:sp>
      <p:sp>
        <p:nvSpPr>
          <p:cNvPr id="4" name="Rectangle 11">
            <a:extLst>
              <a:ext uri="{FF2B5EF4-FFF2-40B4-BE49-F238E27FC236}">
                <a16:creationId xmlns:a16="http://schemas.microsoft.com/office/drawing/2014/main" id="{860C2303-1371-991E-BC1B-0A453727A86C}"/>
              </a:ext>
              <a:ext uri="{C183D7F6-B498-43B3-948B-1728B52AA6E4}">
                <adec:decorative xmlns:adec="http://schemas.microsoft.com/office/drawing/2017/decorative" val="1"/>
              </a:ext>
            </a:extLst>
          </p:cNvPr>
          <p:cNvSpPr>
            <a:spLocks noMove="1" noResize="1"/>
          </p:cNvSpPr>
          <p:nvPr/>
        </p:nvSpPr>
        <p:spPr>
          <a:xfrm>
            <a:off x="0" y="0"/>
            <a:ext cx="12191695" cy="6858000"/>
          </a:xfrm>
          <a:prstGeom prst="rect">
            <a:avLst/>
          </a:prstGeom>
          <a:gradFill>
            <a:gsLst>
              <a:gs pos="0">
                <a:srgbClr val="4EA72E">
                  <a:alpha val="20000"/>
                </a:srgbClr>
              </a:gs>
              <a:gs pos="100000">
                <a:srgbClr val="156082">
                  <a:alpha val="4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5" name="Titel 1">
            <a:extLst>
              <a:ext uri="{FF2B5EF4-FFF2-40B4-BE49-F238E27FC236}">
                <a16:creationId xmlns:a16="http://schemas.microsoft.com/office/drawing/2014/main" id="{AAE37964-6A2A-3741-652F-5B0ECA042560}"/>
              </a:ext>
            </a:extLst>
          </p:cNvPr>
          <p:cNvSpPr txBox="1">
            <a:spLocks noGrp="1"/>
          </p:cNvSpPr>
          <p:nvPr>
            <p:ph type="ctrTitle"/>
          </p:nvPr>
        </p:nvSpPr>
        <p:spPr>
          <a:xfrm>
            <a:off x="3371785" y="1741337"/>
            <a:ext cx="5448726" cy="2387919"/>
          </a:xfrm>
        </p:spPr>
        <p:txBody>
          <a:bodyPr/>
          <a:lstStyle/>
          <a:p>
            <a:pPr lvl="0"/>
            <a:r>
              <a:rPr lang="de-DE" sz="5200">
                <a:solidFill>
                  <a:srgbClr val="0E2841"/>
                </a:solidFill>
              </a:rPr>
              <a:t>EP Audit 2</a:t>
            </a:r>
          </a:p>
        </p:txBody>
      </p:sp>
      <p:sp>
        <p:nvSpPr>
          <p:cNvPr id="6" name="Untertitel 2">
            <a:extLst>
              <a:ext uri="{FF2B5EF4-FFF2-40B4-BE49-F238E27FC236}">
                <a16:creationId xmlns:a16="http://schemas.microsoft.com/office/drawing/2014/main" id="{BF3C9A44-283B-3641-6322-2C46724EEF9A}"/>
              </a:ext>
            </a:extLst>
          </p:cNvPr>
          <p:cNvSpPr txBox="1">
            <a:spLocks noGrp="1"/>
          </p:cNvSpPr>
          <p:nvPr>
            <p:ph type="subTitle" idx="1"/>
          </p:nvPr>
        </p:nvSpPr>
        <p:spPr>
          <a:xfrm>
            <a:off x="3371164" y="4200525"/>
            <a:ext cx="5449979" cy="682078"/>
          </a:xfrm>
        </p:spPr>
        <p:txBody>
          <a:bodyPr/>
          <a:lstStyle/>
          <a:p>
            <a:pPr lvl="0"/>
            <a:r>
              <a:rPr lang="de-DE">
                <a:solidFill>
                  <a:srgbClr val="0E2841"/>
                </a:solidFill>
              </a:rPr>
              <a:t>Robin Schlegel und Ben Pritzkau</a:t>
            </a:r>
          </a:p>
        </p:txBody>
      </p:sp>
      <p:grpSp>
        <p:nvGrpSpPr>
          <p:cNvPr id="7" name="Group 13">
            <a:extLst>
              <a:ext uri="{FF2B5EF4-FFF2-40B4-BE49-F238E27FC236}">
                <a16:creationId xmlns:a16="http://schemas.microsoft.com/office/drawing/2014/main" id="{9D42EAFC-0A29-F6A1-BDB1-555F2209BCA1}"/>
              </a:ext>
              <a:ext uri="{C183D7F6-B498-43B3-948B-1728B52AA6E4}">
                <adec:decorative xmlns:adec="http://schemas.microsoft.com/office/drawing/2017/decorative" val="1"/>
              </a:ext>
            </a:extLst>
          </p:cNvPr>
          <p:cNvGrpSpPr/>
          <p:nvPr/>
        </p:nvGrpSpPr>
        <p:grpSpPr>
          <a:xfrm>
            <a:off x="-18233" y="-43333"/>
            <a:ext cx="5163049" cy="2657474"/>
            <a:chOff x="-18233" y="-43333"/>
            <a:chExt cx="5163049" cy="2657474"/>
          </a:xfrm>
        </p:grpSpPr>
        <p:sp>
          <p:nvSpPr>
            <p:cNvPr id="8" name="Freeform: Shape 14">
              <a:extLst>
                <a:ext uri="{FF2B5EF4-FFF2-40B4-BE49-F238E27FC236}">
                  <a16:creationId xmlns:a16="http://schemas.microsoft.com/office/drawing/2014/main" id="{E3D5EE4E-436C-38F3-6677-AD0A8D7F120A}"/>
                </a:ext>
                <a:ext uri="{C183D7F6-B498-43B3-948B-1728B52AA6E4}">
                  <adec:decorative xmlns:adec="http://schemas.microsoft.com/office/drawing/2017/decorative" val="1"/>
                </a:ext>
              </a:extLst>
            </p:cNvPr>
            <p:cNvSpPr/>
            <p:nvPr/>
          </p:nvSpPr>
          <p:spPr>
            <a:xfrm flipH="1">
              <a:off x="-18233" y="-43333"/>
              <a:ext cx="5163049" cy="2657474"/>
            </a:xfrm>
            <a:custGeom>
              <a:avLst/>
              <a:gdLst>
                <a:gd name="f0" fmla="val 10800000"/>
                <a:gd name="f1" fmla="val 5400000"/>
                <a:gd name="f2" fmla="val 180"/>
                <a:gd name="f3" fmla="val w"/>
                <a:gd name="f4" fmla="val h"/>
                <a:gd name="f5" fmla="val 0"/>
                <a:gd name="f6" fmla="val 5324985"/>
                <a:gd name="f7" fmla="val 3251912"/>
                <a:gd name="f8" fmla="val 36826"/>
                <a:gd name="f9" fmla="val 45003"/>
                <a:gd name="f10" fmla="val 152909"/>
                <a:gd name="f11" fmla="val 50351"/>
                <a:gd name="f12" fmla="val 205154"/>
                <a:gd name="f13" fmla="val 58290"/>
                <a:gd name="f14" fmla="val 257123"/>
                <a:gd name="f15" fmla="val 68956"/>
                <a:gd name="f16" fmla="val 308600"/>
                <a:gd name="f17" fmla="val 91393"/>
                <a:gd name="f18" fmla="val 411324"/>
                <a:gd name="f19" fmla="val 123882"/>
                <a:gd name="f20" fmla="val 511847"/>
                <a:gd name="f21" fmla="val 167774"/>
                <a:gd name="f22" fmla="val 607968"/>
                <a:gd name="f23" fmla="val 178195"/>
                <a:gd name="f24" fmla="val 632173"/>
                <a:gd name="f25" fmla="val 190333"/>
                <a:gd name="f26" fmla="val 655798"/>
                <a:gd name="f27" fmla="val 201857"/>
                <a:gd name="f28" fmla="val 679539"/>
                <a:gd name="f29" fmla="val 214363"/>
                <a:gd name="f30" fmla="val 702933"/>
                <a:gd name="f31" fmla="val 226255"/>
                <a:gd name="f32" fmla="val 726557"/>
                <a:gd name="f33" fmla="val 239741"/>
                <a:gd name="f34" fmla="val 749488"/>
                <a:gd name="f35" fmla="val 265488"/>
                <a:gd name="f36" fmla="val 795812"/>
                <a:gd name="f37" fmla="val 294176"/>
                <a:gd name="f38" fmla="val 840746"/>
                <a:gd name="f39" fmla="val 323724"/>
                <a:gd name="f40" fmla="val 885101"/>
                <a:gd name="f41" fmla="val 353149"/>
                <a:gd name="f42" fmla="val 929572"/>
                <a:gd name="f43" fmla="val 384657"/>
                <a:gd name="f44" fmla="val 972885"/>
                <a:gd name="f45" fmla="val 416412"/>
                <a:gd name="f46" fmla="val 1016081"/>
                <a:gd name="f47" fmla="val 448655"/>
                <a:gd name="f48" fmla="val 1058931"/>
                <a:gd name="f49" fmla="val 482127"/>
                <a:gd name="f50" fmla="val 1101202"/>
                <a:gd name="f51" fmla="val 515719"/>
                <a:gd name="f52" fmla="val 1143356"/>
                <a:gd name="f53" fmla="val 583027"/>
                <a:gd name="f54" fmla="val 1227782"/>
                <a:gd name="f55" fmla="val 653402"/>
                <a:gd name="f56" fmla="val 1310470"/>
                <a:gd name="f57" fmla="val 722427"/>
                <a:gd name="f58" fmla="val 1395127"/>
                <a:gd name="f59" fmla="val 757123"/>
                <a:gd name="f60" fmla="val 1437282"/>
                <a:gd name="f61" fmla="val 791697"/>
                <a:gd name="f62" fmla="val 1479783"/>
                <a:gd name="f63" fmla="val 825780"/>
                <a:gd name="f64" fmla="val 1522749"/>
                <a:gd name="f65" fmla="val 859742"/>
                <a:gd name="f66" fmla="val 1565367"/>
                <a:gd name="f67" fmla="val 893457"/>
                <a:gd name="f68" fmla="val 1610649"/>
                <a:gd name="f69" fmla="val 926314"/>
                <a:gd name="f70" fmla="val 1651992"/>
                <a:gd name="f71" fmla="val 958927"/>
                <a:gd name="f72" fmla="val 1694379"/>
                <a:gd name="f73" fmla="val 993132"/>
                <a:gd name="f74" fmla="val 1735492"/>
                <a:gd name="f75" fmla="val 1026848"/>
                <a:gd name="f76" fmla="val 1776836"/>
                <a:gd name="f77" fmla="val 1061545"/>
                <a:gd name="f78" fmla="val 1817485"/>
                <a:gd name="f79" fmla="val 1095996"/>
                <a:gd name="f80" fmla="val 1858133"/>
                <a:gd name="f81" fmla="val 1131918"/>
                <a:gd name="f82" fmla="val 1897393"/>
                <a:gd name="f83" fmla="val 1203273"/>
                <a:gd name="f84" fmla="val 1976376"/>
                <a:gd name="f85" fmla="val 1277447"/>
                <a:gd name="f86" fmla="val 2052463"/>
                <a:gd name="f87" fmla="val 1354688"/>
                <a:gd name="f88" fmla="val 2124728"/>
                <a:gd name="f89" fmla="val 1509411"/>
                <a:gd name="f90" fmla="val 2268911"/>
                <a:gd name="f91" fmla="val 1676396"/>
                <a:gd name="f92" fmla="val 2397575"/>
                <a:gd name="f93" fmla="val 1855027"/>
                <a:gd name="f94" fmla="val 2504236"/>
                <a:gd name="f95" fmla="val 1944528"/>
                <a:gd name="f96" fmla="val 2557277"/>
                <a:gd name="f97" fmla="val 2036357"/>
                <a:gd name="f98" fmla="val 2605917"/>
                <a:gd name="f99" fmla="val 2131618"/>
                <a:gd name="f100" fmla="val 2646913"/>
                <a:gd name="f101" fmla="val 2226267"/>
                <a:gd name="f102" fmla="val 2689068"/>
                <a:gd name="f103" fmla="val 2323981"/>
                <a:gd name="f104" fmla="val 2724622"/>
                <a:gd name="f105" fmla="val 2423534"/>
                <a:gd name="f106" fmla="val 2754732"/>
                <a:gd name="f107" fmla="val 2523087"/>
                <a:gd name="f108" fmla="val 2784958"/>
                <a:gd name="f109" fmla="val 2624602"/>
                <a:gd name="f110" fmla="val 2809394"/>
                <a:gd name="f111" fmla="val 2727588"/>
                <a:gd name="f112" fmla="val 2829197"/>
                <a:gd name="f113" fmla="val 2830698"/>
                <a:gd name="f114" fmla="val 2848653"/>
                <a:gd name="f115" fmla="val 2935522"/>
                <a:gd name="f116" fmla="val 2861971"/>
                <a:gd name="f117" fmla="val 3041083"/>
                <a:gd name="f118" fmla="val 2870890"/>
                <a:gd name="f119" fmla="val 3146644"/>
                <a:gd name="f120" fmla="val 2879922"/>
                <a:gd name="f121" fmla="val 3253307"/>
                <a:gd name="f122" fmla="val 2883860"/>
                <a:gd name="f123" fmla="val 3360340"/>
                <a:gd name="f124" fmla="val 2883976"/>
                <a:gd name="f125" fmla="val 3387067"/>
                <a:gd name="f126" fmla="val 3414162"/>
                <a:gd name="f127" fmla="val 2884439"/>
                <a:gd name="f128" fmla="val 3439663"/>
                <a:gd name="f129" fmla="val 2883396"/>
                <a:gd name="f130" fmla="val 3478529"/>
                <a:gd name="f131" fmla="val 2882471"/>
                <a:gd name="f132" fmla="val 3517271"/>
                <a:gd name="f133" fmla="val 2880616"/>
                <a:gd name="f134" fmla="val 3568887"/>
                <a:gd name="f135" fmla="val 2878417"/>
                <a:gd name="f136" fmla="val 3620257"/>
                <a:gd name="f137" fmla="val 2873552"/>
                <a:gd name="f138" fmla="val 3671260"/>
                <a:gd name="f139" fmla="val 2867878"/>
                <a:gd name="f140" fmla="val 3875515"/>
                <a:gd name="f141" fmla="val 2844253"/>
                <a:gd name="f142" fmla="val 4074253"/>
                <a:gd name="f143" fmla="val 2792486"/>
                <a:gd name="f144" fmla="val 4265268"/>
                <a:gd name="f145" fmla="val 2716283"/>
                <a:gd name="f146" fmla="val 4361020"/>
                <a:gd name="f147" fmla="val 2678529"/>
                <a:gd name="f148" fmla="val 4454444"/>
                <a:gd name="f149" fmla="val 2633710"/>
                <a:gd name="f150" fmla="val 4546395"/>
                <a:gd name="f151" fmla="val 2584724"/>
                <a:gd name="f152" fmla="val 4638470"/>
                <a:gd name="f153" fmla="val 2535967"/>
                <a:gd name="f154" fmla="val 4728827"/>
                <a:gd name="f155" fmla="val 2481885"/>
                <a:gd name="f156" fmla="val 4817837"/>
                <a:gd name="f157" fmla="val 2424674"/>
                <a:gd name="f158" fmla="val 4906846"/>
                <a:gd name="f159" fmla="val 2367348"/>
                <a:gd name="f160" fmla="val 4994385"/>
                <a:gd name="f161" fmla="val 2306317"/>
                <a:gd name="f162" fmla="val 5081677"/>
                <a:gd name="f163" fmla="val 2243548"/>
                <a:gd name="f164" fmla="val 5125201"/>
                <a:gd name="f165" fmla="val 2212164"/>
                <a:gd name="f166" fmla="val 5168603"/>
                <a:gd name="f167" fmla="val 2179969"/>
                <a:gd name="f168" fmla="val 5211881"/>
                <a:gd name="f169" fmla="val 2147658"/>
                <a:gd name="f170" fmla="val 2062128"/>
                <a:gd name="f171" fmla="val 2514993"/>
                <a:gd name="f172" fmla="val 5314867"/>
                <a:gd name="f173" fmla="val 2522881"/>
                <a:gd name="f174" fmla="val 5225490"/>
                <a:gd name="f175" fmla="val 2591325"/>
                <a:gd name="f176" fmla="val 5133783"/>
                <a:gd name="f177" fmla="val 2658379"/>
                <a:gd name="f178" fmla="val 5038276"/>
                <a:gd name="f179" fmla="val 2722421"/>
                <a:gd name="f180" fmla="val 4942892"/>
                <a:gd name="f181" fmla="val 2786348"/>
                <a:gd name="f182" fmla="val 4844810"/>
                <a:gd name="f183" fmla="val 2848422"/>
                <a:gd name="f184" fmla="val 4741701"/>
                <a:gd name="f185" fmla="val 2904937"/>
                <a:gd name="f186" fmla="val 4638592"/>
                <a:gd name="f187" fmla="val 2961337"/>
                <a:gd name="f188" fmla="val 4531929"/>
                <a:gd name="f189" fmla="val 3013683"/>
                <a:gd name="f190" fmla="val 4420728"/>
                <a:gd name="f191" fmla="val 3058848"/>
                <a:gd name="f192" fmla="val 4199063"/>
                <a:gd name="f193" fmla="val 3150338"/>
                <a:gd name="f194" fmla="val 3959621"/>
                <a:gd name="f195" fmla="val 3211485"/>
                <a:gd name="f196" fmla="val 3717481"/>
                <a:gd name="f197" fmla="val 3237079"/>
                <a:gd name="f198" fmla="val 3656914"/>
                <a:gd name="f199" fmla="val 3243101"/>
                <a:gd name="f200" fmla="val 3596227"/>
                <a:gd name="f201" fmla="val 3247966"/>
                <a:gd name="f202" fmla="val 3535661"/>
                <a:gd name="f203" fmla="val 3249934"/>
                <a:gd name="f204" fmla="val 3490175"/>
                <a:gd name="f205" fmla="val 3251555"/>
                <a:gd name="f206" fmla="val 3444813"/>
                <a:gd name="f207" fmla="val 3251787"/>
                <a:gd name="f208" fmla="val 3252250"/>
                <a:gd name="f209" fmla="val 3385105"/>
                <a:gd name="f210" fmla="val 3251324"/>
                <a:gd name="f211" fmla="val 3355681"/>
                <a:gd name="f212" fmla="val 3250745"/>
                <a:gd name="f213" fmla="val 3296954"/>
                <a:gd name="f214" fmla="val 3250050"/>
                <a:gd name="f215" fmla="val 3237860"/>
                <a:gd name="f216" fmla="val 3246692"/>
                <a:gd name="f217" fmla="val 3179011"/>
                <a:gd name="f218" fmla="val 3243795"/>
                <a:gd name="f219" fmla="val 3120039"/>
                <a:gd name="f220" fmla="val 3239164"/>
                <a:gd name="f221" fmla="val 3061067"/>
                <a:gd name="f222" fmla="val 3234878"/>
                <a:gd name="f223" fmla="val 3002217"/>
                <a:gd name="f224" fmla="val 3227814"/>
                <a:gd name="f225" fmla="val 2884397"/>
                <a:gd name="f226" fmla="val 3214496"/>
                <a:gd name="f227" fmla="val 2766699"/>
                <a:gd name="f228" fmla="val 3196314"/>
                <a:gd name="f229" fmla="val 2650103"/>
                <a:gd name="f230" fmla="val 3170836"/>
                <a:gd name="f231" fmla="val 2533510"/>
                <a:gd name="f232" fmla="val 3145358"/>
                <a:gd name="f233" fmla="val 2418263"/>
                <a:gd name="f234" fmla="val 3112583"/>
                <a:gd name="f235" fmla="val 2305836"/>
                <a:gd name="f236" fmla="val 3072514"/>
                <a:gd name="f237" fmla="val 2193410"/>
                <a:gd name="f238" fmla="val 3032328"/>
                <a:gd name="f239" fmla="val 2083926"/>
                <a:gd name="f240" fmla="val 2984383"/>
                <a:gd name="f241" fmla="val 1978611"/>
                <a:gd name="f242" fmla="val 2929952"/>
                <a:gd name="f243" fmla="val 1873663"/>
                <a:gd name="f244" fmla="val 2874711"/>
                <a:gd name="f245" fmla="val 1772884"/>
                <a:gd name="f246" fmla="val 2812985"/>
                <a:gd name="f247" fmla="val 1678235"/>
                <a:gd name="f248" fmla="val 2744424"/>
                <a:gd name="f249" fmla="val 1488201"/>
                <a:gd name="f250" fmla="val 2608001"/>
                <a:gd name="f251" fmla="val 1321708"/>
                <a:gd name="f252" fmla="val 2448068"/>
                <a:gd name="f253" fmla="val 1175688"/>
                <a:gd name="f254" fmla="val 2277018"/>
                <a:gd name="f255" fmla="val 1102985"/>
                <a:gd name="f256" fmla="val 2191086"/>
                <a:gd name="f257" fmla="val 1035309"/>
                <a:gd name="f258" fmla="val 2102377"/>
                <a:gd name="f259" fmla="val 971310"/>
                <a:gd name="f260" fmla="val 2012044"/>
                <a:gd name="f261" fmla="val 907188"/>
                <a:gd name="f262" fmla="val 1921714"/>
                <a:gd name="f263" fmla="val 847358"/>
                <a:gd name="f264" fmla="val 1829413"/>
                <a:gd name="f265" fmla="val 790717"/>
                <a:gd name="f266" fmla="val 1735723"/>
                <a:gd name="f267" fmla="val 761782"/>
                <a:gd name="f268" fmla="val 1688357"/>
                <a:gd name="f269" fmla="val 735300"/>
                <a:gd name="f270" fmla="val 1644002"/>
                <a:gd name="f271" fmla="val 706488"/>
                <a:gd name="f272" fmla="val 1598604"/>
                <a:gd name="f273" fmla="val 677922"/>
                <a:gd name="f274" fmla="val 1553555"/>
                <a:gd name="f275" fmla="val 648866"/>
                <a:gd name="f276" fmla="val 1508505"/>
                <a:gd name="f277" fmla="val 618951"/>
                <a:gd name="f278" fmla="val 1463802"/>
                <a:gd name="f279" fmla="val 436273"/>
                <a:gd name="f280" fmla="val 1195355"/>
                <a:gd name="f281" fmla="val 405990"/>
                <a:gd name="f282" fmla="val 1150189"/>
                <a:gd name="f283" fmla="val 376075"/>
                <a:gd name="f284" fmla="val 1104792"/>
                <a:gd name="f285" fmla="val 346896"/>
                <a:gd name="f286" fmla="val 1058816"/>
                <a:gd name="f287" fmla="val 317716"/>
                <a:gd name="f288" fmla="val 1012838"/>
                <a:gd name="f289" fmla="val 288782"/>
                <a:gd name="f290" fmla="val 966747"/>
                <a:gd name="f291" fmla="val 261809"/>
                <a:gd name="f292" fmla="val 919264"/>
                <a:gd name="f293" fmla="val 207742"/>
                <a:gd name="f294" fmla="val 824764"/>
                <a:gd name="f295" fmla="val 158088"/>
                <a:gd name="f296" fmla="val 727485"/>
                <a:gd name="f297" fmla="val 118487"/>
                <a:gd name="f298" fmla="val 626498"/>
                <a:gd name="f299" fmla="val 78151"/>
                <a:gd name="f300" fmla="val 525859"/>
                <a:gd name="f301" fmla="val 48237"/>
                <a:gd name="f302" fmla="val 421515"/>
                <a:gd name="f303" fmla="val 28130"/>
                <a:gd name="f304" fmla="val 315781"/>
                <a:gd name="f305" fmla="val 18506"/>
                <a:gd name="f306" fmla="val 262914"/>
                <a:gd name="f307" fmla="val 11425"/>
                <a:gd name="f308" fmla="val 209642"/>
                <a:gd name="f309" fmla="val 6751"/>
                <a:gd name="f310" fmla="val 156195"/>
                <a:gd name="f311" fmla="+- 0 0 -90"/>
                <a:gd name="f312" fmla="*/ f3 1 5324985"/>
                <a:gd name="f313" fmla="*/ f4 1 3251912"/>
                <a:gd name="f314" fmla="val f5"/>
                <a:gd name="f315" fmla="val f6"/>
                <a:gd name="f316" fmla="val f7"/>
                <a:gd name="f317" fmla="*/ f311 f0 1"/>
                <a:gd name="f318" fmla="+- f316 0 f314"/>
                <a:gd name="f319" fmla="+- f315 0 f314"/>
                <a:gd name="f320" fmla="*/ f317 1 f2"/>
                <a:gd name="f321" fmla="*/ f319 1 5324985"/>
                <a:gd name="f322" fmla="*/ f318 1 3251912"/>
                <a:gd name="f323" fmla="*/ 0 f319 1"/>
                <a:gd name="f324" fmla="*/ 0 f318 1"/>
                <a:gd name="f325" fmla="*/ 36826 f319 1"/>
                <a:gd name="f326" fmla="*/ 45003 f319 1"/>
                <a:gd name="f327" fmla="*/ 152909 f318 1"/>
                <a:gd name="f328" fmla="*/ 68956 f319 1"/>
                <a:gd name="f329" fmla="*/ 308600 f318 1"/>
                <a:gd name="f330" fmla="*/ 167774 f319 1"/>
                <a:gd name="f331" fmla="*/ 607968 f318 1"/>
                <a:gd name="f332" fmla="*/ 201857 f319 1"/>
                <a:gd name="f333" fmla="*/ 679539 f318 1"/>
                <a:gd name="f334" fmla="*/ 239741 f319 1"/>
                <a:gd name="f335" fmla="*/ 749488 f318 1"/>
                <a:gd name="f336" fmla="*/ 323724 f319 1"/>
                <a:gd name="f337" fmla="*/ 885101 f318 1"/>
                <a:gd name="f338" fmla="*/ 416412 f319 1"/>
                <a:gd name="f339" fmla="*/ 1016081 f318 1"/>
                <a:gd name="f340" fmla="*/ 515719 f319 1"/>
                <a:gd name="f341" fmla="*/ 1143356 f318 1"/>
                <a:gd name="f342" fmla="*/ 722427 f319 1"/>
                <a:gd name="f343" fmla="*/ 1395127 f318 1"/>
                <a:gd name="f344" fmla="*/ 825780 f319 1"/>
                <a:gd name="f345" fmla="*/ 1522749 f318 1"/>
                <a:gd name="f346" fmla="*/ 926314 f319 1"/>
                <a:gd name="f347" fmla="*/ 1651992 f318 1"/>
                <a:gd name="f348" fmla="*/ 1026848 f319 1"/>
                <a:gd name="f349" fmla="*/ 1776836 f318 1"/>
                <a:gd name="f350" fmla="*/ 1131918 f319 1"/>
                <a:gd name="f351" fmla="*/ 1897393 f318 1"/>
                <a:gd name="f352" fmla="*/ 1354688 f319 1"/>
                <a:gd name="f353" fmla="*/ 2124728 f318 1"/>
                <a:gd name="f354" fmla="*/ 1855027 f319 1"/>
                <a:gd name="f355" fmla="*/ 2504236 f318 1"/>
                <a:gd name="f356" fmla="*/ 2131618 f319 1"/>
                <a:gd name="f357" fmla="*/ 2646913 f318 1"/>
                <a:gd name="f358" fmla="*/ 2423534 f319 1"/>
                <a:gd name="f359" fmla="*/ 2754732 f318 1"/>
                <a:gd name="f360" fmla="*/ 2727588 f319 1"/>
                <a:gd name="f361" fmla="*/ 2829197 f318 1"/>
                <a:gd name="f362" fmla="*/ 3041083 f319 1"/>
                <a:gd name="f363" fmla="*/ 2870890 f318 1"/>
                <a:gd name="f364" fmla="*/ 3360340 f319 1"/>
                <a:gd name="f365" fmla="*/ 2883976 f318 1"/>
                <a:gd name="f366" fmla="*/ 3439663 f319 1"/>
                <a:gd name="f367" fmla="*/ 2883396 f318 1"/>
                <a:gd name="f368" fmla="*/ 3478529 f319 1"/>
                <a:gd name="f369" fmla="*/ 2882471 f318 1"/>
                <a:gd name="f370" fmla="*/ 3517271 f319 1"/>
                <a:gd name="f371" fmla="*/ 2880616 f318 1"/>
                <a:gd name="f372" fmla="*/ 3671260 f319 1"/>
                <a:gd name="f373" fmla="*/ 2867878 f318 1"/>
                <a:gd name="f374" fmla="*/ 4265268 f319 1"/>
                <a:gd name="f375" fmla="*/ 2716283 f318 1"/>
                <a:gd name="f376" fmla="*/ 4546395 f319 1"/>
                <a:gd name="f377" fmla="*/ 2584724 f318 1"/>
                <a:gd name="f378" fmla="*/ 4817837 f319 1"/>
                <a:gd name="f379" fmla="*/ 2424674 f318 1"/>
                <a:gd name="f380" fmla="*/ 5081677 f319 1"/>
                <a:gd name="f381" fmla="*/ 2243548 f318 1"/>
                <a:gd name="f382" fmla="*/ 5211881 f319 1"/>
                <a:gd name="f383" fmla="*/ 2147658 f318 1"/>
                <a:gd name="f384" fmla="*/ 5324985 f319 1"/>
                <a:gd name="f385" fmla="*/ 2062128 f318 1"/>
                <a:gd name="f386" fmla="*/ 2514993 f318 1"/>
                <a:gd name="f387" fmla="*/ 5314867 f319 1"/>
                <a:gd name="f388" fmla="*/ 2522881 f318 1"/>
                <a:gd name="f389" fmla="*/ 5038276 f319 1"/>
                <a:gd name="f390" fmla="*/ 2722421 f318 1"/>
                <a:gd name="f391" fmla="*/ 4741701 f319 1"/>
                <a:gd name="f392" fmla="*/ 2904937 f318 1"/>
                <a:gd name="f393" fmla="*/ 4420728 f319 1"/>
                <a:gd name="f394" fmla="*/ 3058848 f318 1"/>
                <a:gd name="f395" fmla="*/ 3717481 f319 1"/>
                <a:gd name="f396" fmla="*/ 3237079 f318 1"/>
                <a:gd name="f397" fmla="*/ 3535661 f319 1"/>
                <a:gd name="f398" fmla="*/ 3249934 f318 1"/>
                <a:gd name="f399" fmla="*/ 3490175 f319 1"/>
                <a:gd name="f400" fmla="*/ 3251555 f318 1"/>
                <a:gd name="f401" fmla="*/ 3444813 f319 1"/>
                <a:gd name="f402" fmla="*/ 3251787 f318 1"/>
                <a:gd name="f403" fmla="*/ 3355681 f319 1"/>
                <a:gd name="f404" fmla="*/ 3250745 f318 1"/>
                <a:gd name="f405" fmla="*/ 3179011 f319 1"/>
                <a:gd name="f406" fmla="*/ 3243795 f318 1"/>
                <a:gd name="f407" fmla="*/ 3002217 f319 1"/>
                <a:gd name="f408" fmla="*/ 3227814 f318 1"/>
                <a:gd name="f409" fmla="*/ 2650103 f319 1"/>
                <a:gd name="f410" fmla="*/ 3170836 f318 1"/>
                <a:gd name="f411" fmla="*/ 2305836 f319 1"/>
                <a:gd name="f412" fmla="*/ 3072514 f318 1"/>
                <a:gd name="f413" fmla="*/ 1978611 f319 1"/>
                <a:gd name="f414" fmla="*/ 2929952 f318 1"/>
                <a:gd name="f415" fmla="*/ 1678235 f319 1"/>
                <a:gd name="f416" fmla="*/ 2744424 f318 1"/>
                <a:gd name="f417" fmla="*/ 1175688 f319 1"/>
                <a:gd name="f418" fmla="*/ 2277018 f318 1"/>
                <a:gd name="f419" fmla="*/ 971310 f319 1"/>
                <a:gd name="f420" fmla="*/ 2012044 f318 1"/>
                <a:gd name="f421" fmla="*/ 790717 f319 1"/>
                <a:gd name="f422" fmla="*/ 1735723 f318 1"/>
                <a:gd name="f423" fmla="*/ 706488 f319 1"/>
                <a:gd name="f424" fmla="*/ 1598604 f318 1"/>
                <a:gd name="f425" fmla="*/ 618951 f319 1"/>
                <a:gd name="f426" fmla="*/ 1463802 f318 1"/>
                <a:gd name="f427" fmla="*/ 436273 f319 1"/>
                <a:gd name="f428" fmla="*/ 1195355 f318 1"/>
                <a:gd name="f429" fmla="*/ 346896 f319 1"/>
                <a:gd name="f430" fmla="*/ 1058816 f318 1"/>
                <a:gd name="f431" fmla="*/ 261809 f319 1"/>
                <a:gd name="f432" fmla="*/ 919264 f318 1"/>
                <a:gd name="f433" fmla="*/ 118487 f319 1"/>
                <a:gd name="f434" fmla="*/ 626498 f318 1"/>
                <a:gd name="f435" fmla="*/ 28130 f319 1"/>
                <a:gd name="f436" fmla="*/ 315781 f318 1"/>
                <a:gd name="f437" fmla="*/ 6751 f319 1"/>
                <a:gd name="f438" fmla="*/ 156195 f318 1"/>
                <a:gd name="f439" fmla="+- f320 0 f1"/>
                <a:gd name="f440" fmla="*/ f323 1 5324985"/>
                <a:gd name="f441" fmla="*/ f324 1 3251912"/>
                <a:gd name="f442" fmla="*/ f325 1 5324985"/>
                <a:gd name="f443" fmla="*/ f326 1 5324985"/>
                <a:gd name="f444" fmla="*/ f327 1 3251912"/>
                <a:gd name="f445" fmla="*/ f328 1 5324985"/>
                <a:gd name="f446" fmla="*/ f329 1 3251912"/>
                <a:gd name="f447" fmla="*/ f330 1 5324985"/>
                <a:gd name="f448" fmla="*/ f331 1 3251912"/>
                <a:gd name="f449" fmla="*/ f332 1 5324985"/>
                <a:gd name="f450" fmla="*/ f333 1 3251912"/>
                <a:gd name="f451" fmla="*/ f334 1 5324985"/>
                <a:gd name="f452" fmla="*/ f335 1 3251912"/>
                <a:gd name="f453" fmla="*/ f336 1 5324985"/>
                <a:gd name="f454" fmla="*/ f337 1 3251912"/>
                <a:gd name="f455" fmla="*/ f338 1 5324985"/>
                <a:gd name="f456" fmla="*/ f339 1 3251912"/>
                <a:gd name="f457" fmla="*/ f340 1 5324985"/>
                <a:gd name="f458" fmla="*/ f341 1 3251912"/>
                <a:gd name="f459" fmla="*/ f342 1 5324985"/>
                <a:gd name="f460" fmla="*/ f343 1 3251912"/>
                <a:gd name="f461" fmla="*/ f344 1 5324985"/>
                <a:gd name="f462" fmla="*/ f345 1 3251912"/>
                <a:gd name="f463" fmla="*/ f346 1 5324985"/>
                <a:gd name="f464" fmla="*/ f347 1 3251912"/>
                <a:gd name="f465" fmla="*/ f348 1 5324985"/>
                <a:gd name="f466" fmla="*/ f349 1 3251912"/>
                <a:gd name="f467" fmla="*/ f350 1 5324985"/>
                <a:gd name="f468" fmla="*/ f351 1 3251912"/>
                <a:gd name="f469" fmla="*/ f352 1 5324985"/>
                <a:gd name="f470" fmla="*/ f353 1 3251912"/>
                <a:gd name="f471" fmla="*/ f354 1 5324985"/>
                <a:gd name="f472" fmla="*/ f355 1 3251912"/>
                <a:gd name="f473" fmla="*/ f356 1 5324985"/>
                <a:gd name="f474" fmla="*/ f357 1 3251912"/>
                <a:gd name="f475" fmla="*/ f358 1 5324985"/>
                <a:gd name="f476" fmla="*/ f359 1 3251912"/>
                <a:gd name="f477" fmla="*/ f360 1 5324985"/>
                <a:gd name="f478" fmla="*/ f361 1 3251912"/>
                <a:gd name="f479" fmla="*/ f362 1 5324985"/>
                <a:gd name="f480" fmla="*/ f363 1 3251912"/>
                <a:gd name="f481" fmla="*/ f364 1 5324985"/>
                <a:gd name="f482" fmla="*/ f365 1 3251912"/>
                <a:gd name="f483" fmla="*/ f366 1 5324985"/>
                <a:gd name="f484" fmla="*/ f367 1 3251912"/>
                <a:gd name="f485" fmla="*/ f368 1 5324985"/>
                <a:gd name="f486" fmla="*/ f369 1 3251912"/>
                <a:gd name="f487" fmla="*/ f370 1 5324985"/>
                <a:gd name="f488" fmla="*/ f371 1 3251912"/>
                <a:gd name="f489" fmla="*/ f372 1 5324985"/>
                <a:gd name="f490" fmla="*/ f373 1 3251912"/>
                <a:gd name="f491" fmla="*/ f374 1 5324985"/>
                <a:gd name="f492" fmla="*/ f375 1 3251912"/>
                <a:gd name="f493" fmla="*/ f376 1 5324985"/>
                <a:gd name="f494" fmla="*/ f377 1 3251912"/>
                <a:gd name="f495" fmla="*/ f378 1 5324985"/>
                <a:gd name="f496" fmla="*/ f379 1 3251912"/>
                <a:gd name="f497" fmla="*/ f380 1 5324985"/>
                <a:gd name="f498" fmla="*/ f381 1 3251912"/>
                <a:gd name="f499" fmla="*/ f382 1 5324985"/>
                <a:gd name="f500" fmla="*/ f383 1 3251912"/>
                <a:gd name="f501" fmla="*/ f384 1 5324985"/>
                <a:gd name="f502" fmla="*/ f385 1 3251912"/>
                <a:gd name="f503" fmla="*/ f386 1 3251912"/>
                <a:gd name="f504" fmla="*/ f387 1 5324985"/>
                <a:gd name="f505" fmla="*/ f388 1 3251912"/>
                <a:gd name="f506" fmla="*/ f389 1 5324985"/>
                <a:gd name="f507" fmla="*/ f390 1 3251912"/>
                <a:gd name="f508" fmla="*/ f391 1 5324985"/>
                <a:gd name="f509" fmla="*/ f392 1 3251912"/>
                <a:gd name="f510" fmla="*/ f393 1 5324985"/>
                <a:gd name="f511" fmla="*/ f394 1 3251912"/>
                <a:gd name="f512" fmla="*/ f395 1 5324985"/>
                <a:gd name="f513" fmla="*/ f396 1 3251912"/>
                <a:gd name="f514" fmla="*/ f397 1 5324985"/>
                <a:gd name="f515" fmla="*/ f398 1 3251912"/>
                <a:gd name="f516" fmla="*/ f399 1 5324985"/>
                <a:gd name="f517" fmla="*/ f400 1 3251912"/>
                <a:gd name="f518" fmla="*/ f401 1 5324985"/>
                <a:gd name="f519" fmla="*/ f402 1 3251912"/>
                <a:gd name="f520" fmla="*/ f403 1 5324985"/>
                <a:gd name="f521" fmla="*/ f404 1 3251912"/>
                <a:gd name="f522" fmla="*/ f405 1 5324985"/>
                <a:gd name="f523" fmla="*/ f406 1 3251912"/>
                <a:gd name="f524" fmla="*/ f407 1 5324985"/>
                <a:gd name="f525" fmla="*/ f408 1 3251912"/>
                <a:gd name="f526" fmla="*/ f409 1 5324985"/>
                <a:gd name="f527" fmla="*/ f410 1 3251912"/>
                <a:gd name="f528" fmla="*/ f411 1 5324985"/>
                <a:gd name="f529" fmla="*/ f412 1 3251912"/>
                <a:gd name="f530" fmla="*/ f413 1 5324985"/>
                <a:gd name="f531" fmla="*/ f414 1 3251912"/>
                <a:gd name="f532" fmla="*/ f415 1 5324985"/>
                <a:gd name="f533" fmla="*/ f416 1 3251912"/>
                <a:gd name="f534" fmla="*/ f417 1 5324985"/>
                <a:gd name="f535" fmla="*/ f418 1 3251912"/>
                <a:gd name="f536" fmla="*/ f419 1 5324985"/>
                <a:gd name="f537" fmla="*/ f420 1 3251912"/>
                <a:gd name="f538" fmla="*/ f421 1 5324985"/>
                <a:gd name="f539" fmla="*/ f422 1 3251912"/>
                <a:gd name="f540" fmla="*/ f423 1 5324985"/>
                <a:gd name="f541" fmla="*/ f424 1 3251912"/>
                <a:gd name="f542" fmla="*/ f425 1 5324985"/>
                <a:gd name="f543" fmla="*/ f426 1 3251912"/>
                <a:gd name="f544" fmla="*/ f427 1 5324985"/>
                <a:gd name="f545" fmla="*/ f428 1 3251912"/>
                <a:gd name="f546" fmla="*/ f429 1 5324985"/>
                <a:gd name="f547" fmla="*/ f430 1 3251912"/>
                <a:gd name="f548" fmla="*/ f431 1 5324985"/>
                <a:gd name="f549" fmla="*/ f432 1 3251912"/>
                <a:gd name="f550" fmla="*/ f433 1 5324985"/>
                <a:gd name="f551" fmla="*/ f434 1 3251912"/>
                <a:gd name="f552" fmla="*/ f435 1 5324985"/>
                <a:gd name="f553" fmla="*/ f436 1 3251912"/>
                <a:gd name="f554" fmla="*/ f437 1 5324985"/>
                <a:gd name="f555" fmla="*/ f438 1 3251912"/>
                <a:gd name="f556" fmla="*/ f314 1 f321"/>
                <a:gd name="f557" fmla="*/ f315 1 f321"/>
                <a:gd name="f558" fmla="*/ f314 1 f322"/>
                <a:gd name="f559" fmla="*/ f316 1 f322"/>
                <a:gd name="f560" fmla="*/ f440 1 f321"/>
                <a:gd name="f561" fmla="*/ f441 1 f322"/>
                <a:gd name="f562" fmla="*/ f442 1 f321"/>
                <a:gd name="f563" fmla="*/ f443 1 f321"/>
                <a:gd name="f564" fmla="*/ f444 1 f322"/>
                <a:gd name="f565" fmla="*/ f445 1 f321"/>
                <a:gd name="f566" fmla="*/ f446 1 f322"/>
                <a:gd name="f567" fmla="*/ f447 1 f321"/>
                <a:gd name="f568" fmla="*/ f448 1 f322"/>
                <a:gd name="f569" fmla="*/ f449 1 f321"/>
                <a:gd name="f570" fmla="*/ f450 1 f322"/>
                <a:gd name="f571" fmla="*/ f451 1 f321"/>
                <a:gd name="f572" fmla="*/ f452 1 f322"/>
                <a:gd name="f573" fmla="*/ f453 1 f321"/>
                <a:gd name="f574" fmla="*/ f454 1 f322"/>
                <a:gd name="f575" fmla="*/ f455 1 f321"/>
                <a:gd name="f576" fmla="*/ f456 1 f322"/>
                <a:gd name="f577" fmla="*/ f457 1 f321"/>
                <a:gd name="f578" fmla="*/ f458 1 f322"/>
                <a:gd name="f579" fmla="*/ f459 1 f321"/>
                <a:gd name="f580" fmla="*/ f460 1 f322"/>
                <a:gd name="f581" fmla="*/ f461 1 f321"/>
                <a:gd name="f582" fmla="*/ f462 1 f322"/>
                <a:gd name="f583" fmla="*/ f463 1 f321"/>
                <a:gd name="f584" fmla="*/ f464 1 f322"/>
                <a:gd name="f585" fmla="*/ f465 1 f321"/>
                <a:gd name="f586" fmla="*/ f466 1 f322"/>
                <a:gd name="f587" fmla="*/ f467 1 f321"/>
                <a:gd name="f588" fmla="*/ f468 1 f322"/>
                <a:gd name="f589" fmla="*/ f469 1 f321"/>
                <a:gd name="f590" fmla="*/ f470 1 f322"/>
                <a:gd name="f591" fmla="*/ f471 1 f321"/>
                <a:gd name="f592" fmla="*/ f472 1 f322"/>
                <a:gd name="f593" fmla="*/ f473 1 f321"/>
                <a:gd name="f594" fmla="*/ f474 1 f322"/>
                <a:gd name="f595" fmla="*/ f475 1 f321"/>
                <a:gd name="f596" fmla="*/ f476 1 f322"/>
                <a:gd name="f597" fmla="*/ f477 1 f321"/>
                <a:gd name="f598" fmla="*/ f478 1 f322"/>
                <a:gd name="f599" fmla="*/ f479 1 f321"/>
                <a:gd name="f600" fmla="*/ f480 1 f322"/>
                <a:gd name="f601" fmla="*/ f481 1 f321"/>
                <a:gd name="f602" fmla="*/ f482 1 f322"/>
                <a:gd name="f603" fmla="*/ f483 1 f321"/>
                <a:gd name="f604" fmla="*/ f484 1 f322"/>
                <a:gd name="f605" fmla="*/ f485 1 f321"/>
                <a:gd name="f606" fmla="*/ f486 1 f322"/>
                <a:gd name="f607" fmla="*/ f487 1 f321"/>
                <a:gd name="f608" fmla="*/ f488 1 f322"/>
                <a:gd name="f609" fmla="*/ f489 1 f321"/>
                <a:gd name="f610" fmla="*/ f490 1 f322"/>
                <a:gd name="f611" fmla="*/ f491 1 f321"/>
                <a:gd name="f612" fmla="*/ f492 1 f322"/>
                <a:gd name="f613" fmla="*/ f493 1 f321"/>
                <a:gd name="f614" fmla="*/ f494 1 f322"/>
                <a:gd name="f615" fmla="*/ f495 1 f321"/>
                <a:gd name="f616" fmla="*/ f496 1 f322"/>
                <a:gd name="f617" fmla="*/ f497 1 f321"/>
                <a:gd name="f618" fmla="*/ f498 1 f322"/>
                <a:gd name="f619" fmla="*/ f499 1 f321"/>
                <a:gd name="f620" fmla="*/ f500 1 f322"/>
                <a:gd name="f621" fmla="*/ f501 1 f321"/>
                <a:gd name="f622" fmla="*/ f502 1 f322"/>
                <a:gd name="f623" fmla="*/ f503 1 f322"/>
                <a:gd name="f624" fmla="*/ f504 1 f321"/>
                <a:gd name="f625" fmla="*/ f505 1 f322"/>
                <a:gd name="f626" fmla="*/ f506 1 f321"/>
                <a:gd name="f627" fmla="*/ f507 1 f322"/>
                <a:gd name="f628" fmla="*/ f508 1 f321"/>
                <a:gd name="f629" fmla="*/ f509 1 f322"/>
                <a:gd name="f630" fmla="*/ f510 1 f321"/>
                <a:gd name="f631" fmla="*/ f511 1 f322"/>
                <a:gd name="f632" fmla="*/ f512 1 f321"/>
                <a:gd name="f633" fmla="*/ f513 1 f322"/>
                <a:gd name="f634" fmla="*/ f514 1 f321"/>
                <a:gd name="f635" fmla="*/ f515 1 f322"/>
                <a:gd name="f636" fmla="*/ f516 1 f321"/>
                <a:gd name="f637" fmla="*/ f517 1 f322"/>
                <a:gd name="f638" fmla="*/ f518 1 f321"/>
                <a:gd name="f639" fmla="*/ f519 1 f322"/>
                <a:gd name="f640" fmla="*/ f520 1 f321"/>
                <a:gd name="f641" fmla="*/ f521 1 f322"/>
                <a:gd name="f642" fmla="*/ f522 1 f321"/>
                <a:gd name="f643" fmla="*/ f523 1 f322"/>
                <a:gd name="f644" fmla="*/ f524 1 f321"/>
                <a:gd name="f645" fmla="*/ f525 1 f322"/>
                <a:gd name="f646" fmla="*/ f526 1 f321"/>
                <a:gd name="f647" fmla="*/ f527 1 f322"/>
                <a:gd name="f648" fmla="*/ f528 1 f321"/>
                <a:gd name="f649" fmla="*/ f529 1 f322"/>
                <a:gd name="f650" fmla="*/ f530 1 f321"/>
                <a:gd name="f651" fmla="*/ f531 1 f322"/>
                <a:gd name="f652" fmla="*/ f532 1 f321"/>
                <a:gd name="f653" fmla="*/ f533 1 f322"/>
                <a:gd name="f654" fmla="*/ f534 1 f321"/>
                <a:gd name="f655" fmla="*/ f535 1 f322"/>
                <a:gd name="f656" fmla="*/ f536 1 f321"/>
                <a:gd name="f657" fmla="*/ f537 1 f322"/>
                <a:gd name="f658" fmla="*/ f538 1 f321"/>
                <a:gd name="f659" fmla="*/ f539 1 f322"/>
                <a:gd name="f660" fmla="*/ f540 1 f321"/>
                <a:gd name="f661" fmla="*/ f541 1 f322"/>
                <a:gd name="f662" fmla="*/ f542 1 f321"/>
                <a:gd name="f663" fmla="*/ f543 1 f322"/>
                <a:gd name="f664" fmla="*/ f544 1 f321"/>
                <a:gd name="f665" fmla="*/ f545 1 f322"/>
                <a:gd name="f666" fmla="*/ f546 1 f321"/>
                <a:gd name="f667" fmla="*/ f547 1 f322"/>
                <a:gd name="f668" fmla="*/ f548 1 f321"/>
                <a:gd name="f669" fmla="*/ f549 1 f322"/>
                <a:gd name="f670" fmla="*/ f550 1 f321"/>
                <a:gd name="f671" fmla="*/ f551 1 f322"/>
                <a:gd name="f672" fmla="*/ f552 1 f321"/>
                <a:gd name="f673" fmla="*/ f553 1 f322"/>
                <a:gd name="f674" fmla="*/ f554 1 f321"/>
                <a:gd name="f675" fmla="*/ f555 1 f322"/>
                <a:gd name="f676" fmla="*/ f556 f312 1"/>
                <a:gd name="f677" fmla="*/ f557 f312 1"/>
                <a:gd name="f678" fmla="*/ f559 f313 1"/>
                <a:gd name="f679" fmla="*/ f558 f313 1"/>
                <a:gd name="f680" fmla="*/ f560 f312 1"/>
                <a:gd name="f681" fmla="*/ f561 f313 1"/>
                <a:gd name="f682" fmla="*/ f562 f312 1"/>
                <a:gd name="f683" fmla="*/ f563 f312 1"/>
                <a:gd name="f684" fmla="*/ f564 f313 1"/>
                <a:gd name="f685" fmla="*/ f565 f312 1"/>
                <a:gd name="f686" fmla="*/ f566 f313 1"/>
                <a:gd name="f687" fmla="*/ f567 f312 1"/>
                <a:gd name="f688" fmla="*/ f568 f313 1"/>
                <a:gd name="f689" fmla="*/ f569 f312 1"/>
                <a:gd name="f690" fmla="*/ f570 f313 1"/>
                <a:gd name="f691" fmla="*/ f571 f312 1"/>
                <a:gd name="f692" fmla="*/ f572 f313 1"/>
                <a:gd name="f693" fmla="*/ f573 f312 1"/>
                <a:gd name="f694" fmla="*/ f574 f313 1"/>
                <a:gd name="f695" fmla="*/ f575 f312 1"/>
                <a:gd name="f696" fmla="*/ f576 f313 1"/>
                <a:gd name="f697" fmla="*/ f577 f312 1"/>
                <a:gd name="f698" fmla="*/ f578 f313 1"/>
                <a:gd name="f699" fmla="*/ f579 f312 1"/>
                <a:gd name="f700" fmla="*/ f580 f313 1"/>
                <a:gd name="f701" fmla="*/ f581 f312 1"/>
                <a:gd name="f702" fmla="*/ f582 f313 1"/>
                <a:gd name="f703" fmla="*/ f583 f312 1"/>
                <a:gd name="f704" fmla="*/ f584 f313 1"/>
                <a:gd name="f705" fmla="*/ f585 f312 1"/>
                <a:gd name="f706" fmla="*/ f586 f313 1"/>
                <a:gd name="f707" fmla="*/ f587 f312 1"/>
                <a:gd name="f708" fmla="*/ f588 f313 1"/>
                <a:gd name="f709" fmla="*/ f589 f312 1"/>
                <a:gd name="f710" fmla="*/ f590 f313 1"/>
                <a:gd name="f711" fmla="*/ f591 f312 1"/>
                <a:gd name="f712" fmla="*/ f592 f313 1"/>
                <a:gd name="f713" fmla="*/ f593 f312 1"/>
                <a:gd name="f714" fmla="*/ f594 f313 1"/>
                <a:gd name="f715" fmla="*/ f595 f312 1"/>
                <a:gd name="f716" fmla="*/ f596 f313 1"/>
                <a:gd name="f717" fmla="*/ f597 f312 1"/>
                <a:gd name="f718" fmla="*/ f598 f313 1"/>
                <a:gd name="f719" fmla="*/ f599 f312 1"/>
                <a:gd name="f720" fmla="*/ f600 f313 1"/>
                <a:gd name="f721" fmla="*/ f601 f312 1"/>
                <a:gd name="f722" fmla="*/ f602 f313 1"/>
                <a:gd name="f723" fmla="*/ f603 f312 1"/>
                <a:gd name="f724" fmla="*/ f604 f313 1"/>
                <a:gd name="f725" fmla="*/ f605 f312 1"/>
                <a:gd name="f726" fmla="*/ f606 f313 1"/>
                <a:gd name="f727" fmla="*/ f607 f312 1"/>
                <a:gd name="f728" fmla="*/ f608 f313 1"/>
                <a:gd name="f729" fmla="*/ f609 f312 1"/>
                <a:gd name="f730" fmla="*/ f610 f313 1"/>
                <a:gd name="f731" fmla="*/ f611 f312 1"/>
                <a:gd name="f732" fmla="*/ f612 f313 1"/>
                <a:gd name="f733" fmla="*/ f613 f312 1"/>
                <a:gd name="f734" fmla="*/ f614 f313 1"/>
                <a:gd name="f735" fmla="*/ f615 f312 1"/>
                <a:gd name="f736" fmla="*/ f616 f313 1"/>
                <a:gd name="f737" fmla="*/ f617 f312 1"/>
                <a:gd name="f738" fmla="*/ f618 f313 1"/>
                <a:gd name="f739" fmla="*/ f619 f312 1"/>
                <a:gd name="f740" fmla="*/ f620 f313 1"/>
                <a:gd name="f741" fmla="*/ f621 f312 1"/>
                <a:gd name="f742" fmla="*/ f622 f313 1"/>
                <a:gd name="f743" fmla="*/ f623 f313 1"/>
                <a:gd name="f744" fmla="*/ f624 f312 1"/>
                <a:gd name="f745" fmla="*/ f625 f313 1"/>
                <a:gd name="f746" fmla="*/ f626 f312 1"/>
                <a:gd name="f747" fmla="*/ f627 f313 1"/>
                <a:gd name="f748" fmla="*/ f628 f312 1"/>
                <a:gd name="f749" fmla="*/ f629 f313 1"/>
                <a:gd name="f750" fmla="*/ f630 f312 1"/>
                <a:gd name="f751" fmla="*/ f631 f313 1"/>
                <a:gd name="f752" fmla="*/ f632 f312 1"/>
                <a:gd name="f753" fmla="*/ f633 f313 1"/>
                <a:gd name="f754" fmla="*/ f634 f312 1"/>
                <a:gd name="f755" fmla="*/ f635 f313 1"/>
                <a:gd name="f756" fmla="*/ f636 f312 1"/>
                <a:gd name="f757" fmla="*/ f637 f313 1"/>
                <a:gd name="f758" fmla="*/ f638 f312 1"/>
                <a:gd name="f759" fmla="*/ f639 f313 1"/>
                <a:gd name="f760" fmla="*/ f640 f312 1"/>
                <a:gd name="f761" fmla="*/ f641 f313 1"/>
                <a:gd name="f762" fmla="*/ f642 f312 1"/>
                <a:gd name="f763" fmla="*/ f643 f313 1"/>
                <a:gd name="f764" fmla="*/ f644 f312 1"/>
                <a:gd name="f765" fmla="*/ f645 f313 1"/>
                <a:gd name="f766" fmla="*/ f646 f312 1"/>
                <a:gd name="f767" fmla="*/ f647 f313 1"/>
                <a:gd name="f768" fmla="*/ f648 f312 1"/>
                <a:gd name="f769" fmla="*/ f649 f313 1"/>
                <a:gd name="f770" fmla="*/ f650 f312 1"/>
                <a:gd name="f771" fmla="*/ f651 f313 1"/>
                <a:gd name="f772" fmla="*/ f652 f312 1"/>
                <a:gd name="f773" fmla="*/ f653 f313 1"/>
                <a:gd name="f774" fmla="*/ f654 f312 1"/>
                <a:gd name="f775" fmla="*/ f655 f313 1"/>
                <a:gd name="f776" fmla="*/ f656 f312 1"/>
                <a:gd name="f777" fmla="*/ f657 f313 1"/>
                <a:gd name="f778" fmla="*/ f658 f312 1"/>
                <a:gd name="f779" fmla="*/ f659 f313 1"/>
                <a:gd name="f780" fmla="*/ f660 f312 1"/>
                <a:gd name="f781" fmla="*/ f661 f313 1"/>
                <a:gd name="f782" fmla="*/ f662 f312 1"/>
                <a:gd name="f783" fmla="*/ f663 f313 1"/>
                <a:gd name="f784" fmla="*/ f664 f312 1"/>
                <a:gd name="f785" fmla="*/ f665 f313 1"/>
                <a:gd name="f786" fmla="*/ f666 f312 1"/>
                <a:gd name="f787" fmla="*/ f667 f313 1"/>
                <a:gd name="f788" fmla="*/ f668 f312 1"/>
                <a:gd name="f789" fmla="*/ f669 f313 1"/>
                <a:gd name="f790" fmla="*/ f670 f312 1"/>
                <a:gd name="f791" fmla="*/ f671 f313 1"/>
                <a:gd name="f792" fmla="*/ f672 f312 1"/>
                <a:gd name="f793" fmla="*/ f673 f313 1"/>
                <a:gd name="f794" fmla="*/ f674 f312 1"/>
                <a:gd name="f795" fmla="*/ f675 f313 1"/>
              </a:gdLst>
              <a:ahLst/>
              <a:cxnLst>
                <a:cxn ang="3cd4">
                  <a:pos x="hc" y="t"/>
                </a:cxn>
                <a:cxn ang="0">
                  <a:pos x="r" y="vc"/>
                </a:cxn>
                <a:cxn ang="cd4">
                  <a:pos x="hc" y="b"/>
                </a:cxn>
                <a:cxn ang="cd2">
                  <a:pos x="l" y="vc"/>
                </a:cxn>
                <a:cxn ang="f439">
                  <a:pos x="f680" y="f681"/>
                </a:cxn>
                <a:cxn ang="f439">
                  <a:pos x="f682" y="f681"/>
                </a:cxn>
                <a:cxn ang="f439">
                  <a:pos x="f683" y="f684"/>
                </a:cxn>
                <a:cxn ang="f439">
                  <a:pos x="f685" y="f686"/>
                </a:cxn>
                <a:cxn ang="f439">
                  <a:pos x="f687" y="f688"/>
                </a:cxn>
                <a:cxn ang="f439">
                  <a:pos x="f689" y="f690"/>
                </a:cxn>
                <a:cxn ang="f439">
                  <a:pos x="f691" y="f692"/>
                </a:cxn>
                <a:cxn ang="f439">
                  <a:pos x="f693" y="f694"/>
                </a:cxn>
                <a:cxn ang="f439">
                  <a:pos x="f695" y="f696"/>
                </a:cxn>
                <a:cxn ang="f439">
                  <a:pos x="f697" y="f698"/>
                </a:cxn>
                <a:cxn ang="f439">
                  <a:pos x="f699" y="f700"/>
                </a:cxn>
                <a:cxn ang="f439">
                  <a:pos x="f701" y="f702"/>
                </a:cxn>
                <a:cxn ang="f439">
                  <a:pos x="f703" y="f704"/>
                </a:cxn>
                <a:cxn ang="f439">
                  <a:pos x="f705" y="f706"/>
                </a:cxn>
                <a:cxn ang="f439">
                  <a:pos x="f707" y="f708"/>
                </a:cxn>
                <a:cxn ang="f439">
                  <a:pos x="f709" y="f710"/>
                </a:cxn>
                <a:cxn ang="f439">
                  <a:pos x="f711" y="f712"/>
                </a:cxn>
                <a:cxn ang="f439">
                  <a:pos x="f713" y="f714"/>
                </a:cxn>
                <a:cxn ang="f439">
                  <a:pos x="f715" y="f716"/>
                </a:cxn>
                <a:cxn ang="f439">
                  <a:pos x="f717" y="f718"/>
                </a:cxn>
                <a:cxn ang="f439">
                  <a:pos x="f719" y="f720"/>
                </a:cxn>
                <a:cxn ang="f439">
                  <a:pos x="f721" y="f722"/>
                </a:cxn>
                <a:cxn ang="f439">
                  <a:pos x="f723" y="f724"/>
                </a:cxn>
                <a:cxn ang="f439">
                  <a:pos x="f725" y="f726"/>
                </a:cxn>
                <a:cxn ang="f439">
                  <a:pos x="f727" y="f728"/>
                </a:cxn>
                <a:cxn ang="f439">
                  <a:pos x="f729" y="f730"/>
                </a:cxn>
                <a:cxn ang="f439">
                  <a:pos x="f731" y="f732"/>
                </a:cxn>
                <a:cxn ang="f439">
                  <a:pos x="f733" y="f734"/>
                </a:cxn>
                <a:cxn ang="f439">
                  <a:pos x="f735" y="f736"/>
                </a:cxn>
                <a:cxn ang="f439">
                  <a:pos x="f737" y="f738"/>
                </a:cxn>
                <a:cxn ang="f439">
                  <a:pos x="f739" y="f740"/>
                </a:cxn>
                <a:cxn ang="f439">
                  <a:pos x="f741" y="f742"/>
                </a:cxn>
                <a:cxn ang="f439">
                  <a:pos x="f741" y="f743"/>
                </a:cxn>
                <a:cxn ang="f439">
                  <a:pos x="f744" y="f745"/>
                </a:cxn>
                <a:cxn ang="f439">
                  <a:pos x="f746" y="f747"/>
                </a:cxn>
                <a:cxn ang="f439">
                  <a:pos x="f748" y="f749"/>
                </a:cxn>
                <a:cxn ang="f439">
                  <a:pos x="f750" y="f751"/>
                </a:cxn>
                <a:cxn ang="f439">
                  <a:pos x="f752" y="f753"/>
                </a:cxn>
                <a:cxn ang="f439">
                  <a:pos x="f754" y="f755"/>
                </a:cxn>
                <a:cxn ang="f439">
                  <a:pos x="f756" y="f757"/>
                </a:cxn>
                <a:cxn ang="f439">
                  <a:pos x="f758" y="f759"/>
                </a:cxn>
                <a:cxn ang="f439">
                  <a:pos x="f760" y="f761"/>
                </a:cxn>
                <a:cxn ang="f439">
                  <a:pos x="f762" y="f763"/>
                </a:cxn>
                <a:cxn ang="f439">
                  <a:pos x="f764" y="f765"/>
                </a:cxn>
                <a:cxn ang="f439">
                  <a:pos x="f766" y="f767"/>
                </a:cxn>
                <a:cxn ang="f439">
                  <a:pos x="f768" y="f769"/>
                </a:cxn>
                <a:cxn ang="f439">
                  <a:pos x="f770" y="f771"/>
                </a:cxn>
                <a:cxn ang="f439">
                  <a:pos x="f772" y="f773"/>
                </a:cxn>
                <a:cxn ang="f439">
                  <a:pos x="f774" y="f775"/>
                </a:cxn>
                <a:cxn ang="f439">
                  <a:pos x="f776" y="f777"/>
                </a:cxn>
                <a:cxn ang="f439">
                  <a:pos x="f778" y="f779"/>
                </a:cxn>
                <a:cxn ang="f439">
                  <a:pos x="f780" y="f781"/>
                </a:cxn>
                <a:cxn ang="f439">
                  <a:pos x="f782" y="f783"/>
                </a:cxn>
                <a:cxn ang="f439">
                  <a:pos x="f784" y="f785"/>
                </a:cxn>
                <a:cxn ang="f439">
                  <a:pos x="f786" y="f787"/>
                </a:cxn>
                <a:cxn ang="f439">
                  <a:pos x="f788" y="f789"/>
                </a:cxn>
                <a:cxn ang="f439">
                  <a:pos x="f790" y="f791"/>
                </a:cxn>
                <a:cxn ang="f439">
                  <a:pos x="f792" y="f793"/>
                </a:cxn>
                <a:cxn ang="f439">
                  <a:pos x="f794" y="f795"/>
                </a:cxn>
              </a:cxnLst>
              <a:rect l="f676" t="f679" r="f677" b="f678"/>
              <a:pathLst>
                <a:path w="5324985" h="3251912">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4"/>
                    <a:pt x="f126" y="f127"/>
                    <a:pt x="f128" y="f129"/>
                  </a:cubicBezTo>
                  <a:lnTo>
                    <a:pt x="f130" y="f131"/>
                  </a:lnTo>
                  <a:lnTo>
                    <a:pt x="f132" y="f133"/>
                  </a:ln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lnTo>
                    <a:pt x="f6" y="f170"/>
                  </a:lnTo>
                  <a:lnTo>
                    <a:pt x="f6" y="f171"/>
                  </a:lnTo>
                  <a:lnTo>
                    <a:pt x="f172" y="f173"/>
                  </a:lnTo>
                  <a:cubicBezTo>
                    <a:pt x="f174" y="f175"/>
                    <a:pt x="f176" y="f177"/>
                    <a:pt x="f178" y="f179"/>
                  </a:cubicBezTo>
                  <a:cubicBezTo>
                    <a:pt x="f180" y="f181"/>
                    <a:pt x="f182" y="f183"/>
                    <a:pt x="f184" y="f185"/>
                  </a:cubicBezTo>
                  <a:cubicBezTo>
                    <a:pt x="f186" y="f187"/>
                    <a:pt x="f188" y="f189"/>
                    <a:pt x="f190" y="f191"/>
                  </a:cubicBezTo>
                  <a:cubicBezTo>
                    <a:pt x="f192" y="f193"/>
                    <a:pt x="f194" y="f195"/>
                    <a:pt x="f196" y="f197"/>
                  </a:cubicBezTo>
                  <a:cubicBezTo>
                    <a:pt x="f198" y="f199"/>
                    <a:pt x="f200" y="f201"/>
                    <a:pt x="f202" y="f203"/>
                  </a:cubicBezTo>
                  <a:lnTo>
                    <a:pt x="f204" y="f205"/>
                  </a:lnTo>
                  <a:lnTo>
                    <a:pt x="f206" y="f207"/>
                  </a:lnTo>
                  <a:cubicBezTo>
                    <a:pt x="f126" y="f208"/>
                    <a:pt x="f209" y="f210"/>
                    <a:pt x="f211" y="f212"/>
                  </a:cubicBezTo>
                  <a:cubicBezTo>
                    <a:pt x="f213" y="f214"/>
                    <a:pt x="f215" y="f216"/>
                    <a:pt x="f217" y="f218"/>
                  </a:cubicBezTo>
                  <a:cubicBezTo>
                    <a:pt x="f219" y="f220"/>
                    <a:pt x="f221" y="f222"/>
                    <a:pt x="f223" y="f224"/>
                  </a:cubicBezTo>
                  <a:cubicBezTo>
                    <a:pt x="f225" y="f226"/>
                    <a:pt x="f227" y="f228"/>
                    <a:pt x="f229" y="f230"/>
                  </a:cubicBezTo>
                  <a:cubicBezTo>
                    <a:pt x="f231" y="f232"/>
                    <a:pt x="f233" y="f234"/>
                    <a:pt x="f235" y="f236"/>
                  </a:cubicBezTo>
                  <a:cubicBezTo>
                    <a:pt x="f237" y="f238"/>
                    <a:pt x="f239" y="f240"/>
                    <a:pt x="f241" y="f242"/>
                  </a:cubicBezTo>
                  <a:cubicBezTo>
                    <a:pt x="f243" y="f244"/>
                    <a:pt x="f245" y="f246"/>
                    <a:pt x="f247" y="f248"/>
                  </a:cubicBezTo>
                  <a:cubicBezTo>
                    <a:pt x="f249" y="f250"/>
                    <a:pt x="f251" y="f252"/>
                    <a:pt x="f253" y="f254"/>
                  </a:cubicBezTo>
                  <a:cubicBezTo>
                    <a:pt x="f255" y="f256"/>
                    <a:pt x="f257" y="f258"/>
                    <a:pt x="f259" y="f260"/>
                  </a:cubicBezTo>
                  <a:cubicBezTo>
                    <a:pt x="f261" y="f262"/>
                    <a:pt x="f263" y="f264"/>
                    <a:pt x="f265" y="f266"/>
                  </a:cubicBezTo>
                  <a:cubicBezTo>
                    <a:pt x="f267" y="f268"/>
                    <a:pt x="f269" y="f270"/>
                    <a:pt x="f271" y="f272"/>
                  </a:cubicBezTo>
                  <a:cubicBezTo>
                    <a:pt x="f273" y="f274"/>
                    <a:pt x="f275" y="f276"/>
                    <a:pt x="f277" y="f278"/>
                  </a:cubicBezTo>
                  <a:lnTo>
                    <a:pt x="f279" y="f280"/>
                  </a:lnTo>
                  <a:cubicBezTo>
                    <a:pt x="f281" y="f282"/>
                    <a:pt x="f283" y="f284"/>
                    <a:pt x="f285" y="f286"/>
                  </a:cubicBezTo>
                  <a:cubicBezTo>
                    <a:pt x="f287" y="f288"/>
                    <a:pt x="f289" y="f290"/>
                    <a:pt x="f291" y="f292"/>
                  </a:cubicBezTo>
                  <a:cubicBezTo>
                    <a:pt x="f293" y="f294"/>
                    <a:pt x="f295" y="f296"/>
                    <a:pt x="f297" y="f298"/>
                  </a:cubicBezTo>
                  <a:cubicBezTo>
                    <a:pt x="f299" y="f300"/>
                    <a:pt x="f301" y="f302"/>
                    <a:pt x="f303" y="f304"/>
                  </a:cubicBezTo>
                  <a:cubicBezTo>
                    <a:pt x="f305" y="f306"/>
                    <a:pt x="f307" y="f308"/>
                    <a:pt x="f309" y="f310"/>
                  </a:cubicBezTo>
                  <a:close/>
                </a:path>
              </a:pathLst>
            </a:custGeom>
            <a:solidFill>
              <a:srgbClr val="FFFFFF">
                <a:alpha val="3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9" name="Freeform: Shape 15">
              <a:extLst>
                <a:ext uri="{FF2B5EF4-FFF2-40B4-BE49-F238E27FC236}">
                  <a16:creationId xmlns:a16="http://schemas.microsoft.com/office/drawing/2014/main" id="{2D06332B-C22D-88FB-556E-74491BEAE940}"/>
                </a:ext>
                <a:ext uri="{C183D7F6-B498-43B3-948B-1728B52AA6E4}">
                  <adec:decorative xmlns:adec="http://schemas.microsoft.com/office/drawing/2017/decorative" val="1"/>
                </a:ext>
              </a:extLst>
            </p:cNvPr>
            <p:cNvSpPr/>
            <p:nvPr/>
          </p:nvSpPr>
          <p:spPr>
            <a:xfrm flipH="1">
              <a:off x="-18233" y="-43333"/>
              <a:ext cx="5115098" cy="2435888"/>
            </a:xfrm>
            <a:custGeom>
              <a:avLst/>
              <a:gdLst>
                <a:gd name="f0" fmla="val 10800000"/>
                <a:gd name="f1" fmla="val 5400000"/>
                <a:gd name="f2" fmla="val 180"/>
                <a:gd name="f3" fmla="val w"/>
                <a:gd name="f4" fmla="val h"/>
                <a:gd name="f5" fmla="val 0"/>
                <a:gd name="f6" fmla="val 5275533"/>
                <a:gd name="f7" fmla="val 2980757"/>
                <a:gd name="f8" fmla="val 201166"/>
                <a:gd name="f9" fmla="val 206734"/>
                <a:gd name="f10" fmla="val 89286"/>
                <a:gd name="f11" fmla="val 212220"/>
                <a:gd name="f12" fmla="val 135755"/>
                <a:gd name="f13" fmla="val 220465"/>
                <a:gd name="f14" fmla="val 181731"/>
                <a:gd name="f15" fmla="val 232051"/>
                <a:gd name="f16" fmla="val 226897"/>
                <a:gd name="f17" fmla="val 254855"/>
                <a:gd name="f18" fmla="val 317344"/>
                <a:gd name="f19" fmla="val 290287"/>
                <a:gd name="f20" fmla="val 403854"/>
                <a:gd name="f21" fmla="val 332707"/>
                <a:gd name="f22" fmla="val 487120"/>
                <a:gd name="f23" fmla="val 354163"/>
                <a:gd name="f24" fmla="val 528696"/>
                <a:gd name="f25" fmla="val 377948"/>
                <a:gd name="f26" fmla="val 569461"/>
                <a:gd name="f27" fmla="val 402959"/>
                <a:gd name="f28" fmla="val 609647"/>
                <a:gd name="f29" fmla="val 428337"/>
                <a:gd name="f30" fmla="val 649717"/>
                <a:gd name="f31" fmla="val 455433"/>
                <a:gd name="f32" fmla="val 689209"/>
                <a:gd name="f33" fmla="val 483631"/>
                <a:gd name="f34" fmla="val 728236"/>
                <a:gd name="f35" fmla="val 540764"/>
                <a:gd name="f36" fmla="val 806061"/>
                <a:gd name="f37" fmla="val 604271"/>
                <a:gd name="f38" fmla="val 881569"/>
                <a:gd name="f39" fmla="val 669986"/>
                <a:gd name="f40" fmla="val 957424"/>
                <a:gd name="f41" fmla="val 735701"/>
                <a:gd name="f42" fmla="val 1033395"/>
                <a:gd name="f43" fmla="val 804359"/>
                <a:gd name="f44" fmla="val 1109366"/>
                <a:gd name="f45" fmla="val 871667"/>
                <a:gd name="f46" fmla="val 1188348"/>
                <a:gd name="f47" fmla="val 905383"/>
                <a:gd name="f48" fmla="val 1227723"/>
                <a:gd name="f49" fmla="val 938731"/>
                <a:gd name="f50" fmla="val 1268025"/>
                <a:gd name="f51" fmla="val 971956"/>
                <a:gd name="f52" fmla="val 1308905"/>
                <a:gd name="f53" fmla="val 1020139"/>
                <a:gd name="f54" fmla="val 1368084"/>
                <a:gd name="f55" fmla="val 1035954"/>
                <a:gd name="f56" fmla="val 1386962"/>
                <a:gd name="f57" fmla="val 1051035"/>
                <a:gd name="f58" fmla="val 1406302"/>
                <a:gd name="f59" fmla="val 1067340"/>
                <a:gd name="f60" fmla="val 1424715"/>
                <a:gd name="f61" fmla="val 1194602"/>
                <a:gd name="f62" fmla="val 1574573"/>
                <a:gd name="f63" fmla="val 1332652"/>
                <a:gd name="f64" fmla="val 1712503"/>
                <a:gd name="f65" fmla="val 1472909"/>
                <a:gd name="f66" fmla="val 1843252"/>
                <a:gd name="f67" fmla="val 1543406"/>
                <a:gd name="f68" fmla="val 1908337"/>
                <a:gd name="f69" fmla="val 1615128"/>
                <a:gd name="f70" fmla="val 1971221"/>
                <a:gd name="f71" fmla="val 1688567"/>
                <a:gd name="f72" fmla="val 2031559"/>
                <a:gd name="f73" fmla="val 1762006"/>
                <a:gd name="f74" fmla="val 2091895"/>
                <a:gd name="f75" fmla="val 1836793"/>
                <a:gd name="f76" fmla="val 2150263"/>
                <a:gd name="f77" fmla="val 1914401"/>
                <a:gd name="f78" fmla="val 2205156"/>
                <a:gd name="f79" fmla="val 2069003"/>
                <a:gd name="f80" fmla="val 2315176"/>
                <a:gd name="f81" fmla="val 2235742"/>
                <a:gd name="f82" fmla="val 2413498"/>
                <a:gd name="f83" fmla="val 2418909"/>
                <a:gd name="f84" fmla="val 2479741"/>
                <a:gd name="f85" fmla="val 2510249"/>
                <a:gd name="f86" fmla="val 2512863"/>
                <a:gd name="f87" fmla="val 2604898"/>
                <a:gd name="f88" fmla="val 2538225"/>
                <a:gd name="f89" fmla="val 2701141"/>
                <a:gd name="f90" fmla="val 2557333"/>
                <a:gd name="f91" fmla="val 2725293"/>
                <a:gd name="f92" fmla="val 2561850"/>
                <a:gd name="f93" fmla="val 2749201"/>
                <a:gd name="f94" fmla="val 2567062"/>
                <a:gd name="f95" fmla="val 2773475"/>
                <a:gd name="f96" fmla="val 2570999"/>
                <a:gd name="f97" fmla="val 2846424"/>
                <a:gd name="f98" fmla="val 2582465"/>
                <a:gd name="f99" fmla="val 2895343"/>
                <a:gd name="f100" fmla="val 2588602"/>
                <a:gd name="f101" fmla="val 2944261"/>
                <a:gd name="f102" fmla="val 2595088"/>
                <a:gd name="f103" fmla="val 2993669"/>
                <a:gd name="f104" fmla="val 2598909"/>
                <a:gd name="f105" fmla="val 3018313"/>
                <a:gd name="f106" fmla="val 2601110"/>
                <a:gd name="f107" fmla="val 3042956"/>
                <a:gd name="f108" fmla="val 2603195"/>
                <a:gd name="f109" fmla="val 3067721"/>
                <a:gd name="f110" fmla="val 2604237"/>
                <a:gd name="f111" fmla="val 3092487"/>
                <a:gd name="f112" fmla="val 2605394"/>
                <a:gd name="f113" fmla="val 3117130"/>
                <a:gd name="f114" fmla="val 2607247"/>
                <a:gd name="f115" fmla="val 3142019"/>
                <a:gd name="f116" fmla="val 2607943"/>
                <a:gd name="f117" fmla="val 3216561"/>
                <a:gd name="f118" fmla="val 2609564"/>
                <a:gd name="f119" fmla="val 3241326"/>
                <a:gd name="f120" fmla="val 2610142"/>
                <a:gd name="f121" fmla="val 3266337"/>
                <a:gd name="f122" fmla="val 2609333"/>
                <a:gd name="f123" fmla="val 3291225"/>
                <a:gd name="f124" fmla="val 2609217"/>
                <a:gd name="f125" fmla="val 3328619"/>
                <a:gd name="f126" fmla="val 2608869"/>
                <a:gd name="f127" fmla="val 3340757"/>
                <a:gd name="f128" fmla="val 2608522"/>
                <a:gd name="f129" fmla="val 3352649"/>
                <a:gd name="f130" fmla="val 2607827"/>
                <a:gd name="f131" fmla="val 3364665"/>
                <a:gd name="f132" fmla="val 2607363"/>
                <a:gd name="f133" fmla="val 3376679"/>
                <a:gd name="f134" fmla="val 2606784"/>
                <a:gd name="f135" fmla="val 3388695"/>
                <a:gd name="f136" fmla="val 2606438"/>
                <a:gd name="f137" fmla="val 3400587"/>
                <a:gd name="f138" fmla="val 2605627"/>
                <a:gd name="f139" fmla="val 3436387"/>
                <a:gd name="f140" fmla="val 2602847"/>
                <a:gd name="f141" fmla="val 3484079"/>
                <a:gd name="f142" fmla="val 2599257"/>
                <a:gd name="f143" fmla="val 3531404"/>
                <a:gd name="f144" fmla="val 2593235"/>
                <a:gd name="f145" fmla="val 3578361"/>
                <a:gd name="f146" fmla="val 2586286"/>
                <a:gd name="f147" fmla="val 3766310"/>
                <a:gd name="f148" fmla="val 2556871"/>
                <a:gd name="f149" fmla="val 3947025"/>
                <a:gd name="f150" fmla="val 2499314"/>
                <a:gd name="f151" fmla="val 4119159"/>
                <a:gd name="f152" fmla="val 2418594"/>
                <a:gd name="f153" fmla="val 4291907"/>
                <a:gd name="f154" fmla="val 2338801"/>
                <a:gd name="f155" fmla="val 4456317"/>
                <a:gd name="f156" fmla="val 2236657"/>
                <a:gd name="f157" fmla="val 4618765"/>
                <a:gd name="f158" fmla="val 2124668"/>
                <a:gd name="f159" fmla="val 4659346"/>
                <a:gd name="f160" fmla="val 2096759"/>
                <a:gd name="f161" fmla="val 4699682"/>
                <a:gd name="f162" fmla="val 2067575"/>
                <a:gd name="f163" fmla="val 4739895"/>
                <a:gd name="f164" fmla="val 2038275"/>
                <a:gd name="f165" fmla="val 4780355"/>
                <a:gd name="f166" fmla="val 2008976"/>
                <a:gd name="f167" fmla="val 4820691"/>
                <a:gd name="f168" fmla="val 1979212"/>
                <a:gd name="f169" fmla="val 4861027"/>
                <a:gd name="f170" fmla="val 1948986"/>
                <a:gd name="f171" fmla="val 5106354"/>
                <a:gd name="f172" fmla="val 1763690"/>
                <a:gd name="f173" fmla="val 1641017"/>
                <a:gd name="f174" fmla="val 2257481"/>
                <a:gd name="f175" fmla="val 5168881"/>
                <a:gd name="f176" fmla="val 2332084"/>
                <a:gd name="f177" fmla="val 5125235"/>
                <a:gd name="f178" fmla="val 2362079"/>
                <a:gd name="f179" fmla="val 5081099"/>
                <a:gd name="f180" fmla="val 2391958"/>
                <a:gd name="f181" fmla="val 5036225"/>
                <a:gd name="f182" fmla="val 2421489"/>
                <a:gd name="f183" fmla="val 4991231"/>
                <a:gd name="f184" fmla="val 2450790"/>
                <a:gd name="f185" fmla="val 4945867"/>
                <a:gd name="f186" fmla="val 2479857"/>
                <a:gd name="f187" fmla="val 4899401"/>
                <a:gd name="f188" fmla="val 2508347"/>
                <a:gd name="f189" fmla="val 4806959"/>
                <a:gd name="f190" fmla="val 2565440"/>
                <a:gd name="f191" fmla="val 4711574"/>
                <a:gd name="f192" fmla="val 2620798"/>
                <a:gd name="f193" fmla="val 4612145"/>
                <a:gd name="f194" fmla="val 2671407"/>
                <a:gd name="f195" fmla="val 4512836"/>
                <a:gd name="f196" fmla="val 2722247"/>
                <a:gd name="f197" fmla="val 4410095"/>
                <a:gd name="f198" fmla="val 2769496"/>
                <a:gd name="f199" fmla="val 4303187"/>
                <a:gd name="f200" fmla="val 2810030"/>
                <a:gd name="f201" fmla="val 4090349"/>
                <a:gd name="f202" fmla="val 2892256"/>
                <a:gd name="f203" fmla="val 3861694"/>
                <a:gd name="f204" fmla="val 2947728"/>
                <a:gd name="f205" fmla="val 3630835"/>
                <a:gd name="f206" fmla="val 2969500"/>
                <a:gd name="f207" fmla="val 3573089"/>
                <a:gd name="f208" fmla="val 2974712"/>
                <a:gd name="f209" fmla="val 3515343"/>
                <a:gd name="f210" fmla="val 2978649"/>
                <a:gd name="f211" fmla="val 3457719"/>
                <a:gd name="f212" fmla="val 2979808"/>
                <a:gd name="f213" fmla="val 3414441"/>
                <a:gd name="f214" fmla="val 2980733"/>
                <a:gd name="f215" fmla="val 3400097"/>
                <a:gd name="f216" fmla="val 2980850"/>
                <a:gd name="f217" fmla="val 3385630"/>
                <a:gd name="f218" fmla="val 2980502"/>
                <a:gd name="f219" fmla="val 3371285"/>
                <a:gd name="f220" fmla="val 3328252"/>
                <a:gd name="f221" fmla="val 2980039"/>
                <a:gd name="f222" fmla="val 3286445"/>
                <a:gd name="f223" fmla="val 2978534"/>
                <a:gd name="f224" fmla="val 3175121"/>
                <a:gd name="f225" fmla="val 2975174"/>
                <a:gd name="f226" fmla="val 3063553"/>
                <a:gd name="f227" fmla="val 2966837"/>
                <a:gd name="f228" fmla="val 2952475"/>
                <a:gd name="f229" fmla="val 2953402"/>
                <a:gd name="f230" fmla="val 2841275"/>
                <a:gd name="f231" fmla="val 2940664"/>
                <a:gd name="f232" fmla="val 2730319"/>
                <a:gd name="f233" fmla="val 2922365"/>
                <a:gd name="f234" fmla="val 2620591"/>
                <a:gd name="f235" fmla="val 2898046"/>
                <a:gd name="f236" fmla="val 2510984"/>
                <a:gd name="f237" fmla="val 2873494"/>
                <a:gd name="f238" fmla="val 2402235"/>
                <a:gd name="f239" fmla="val 2844426"/>
                <a:gd name="f240" fmla="val 2294591"/>
                <a:gd name="f241" fmla="val 2811305"/>
                <a:gd name="f242" fmla="val 2079669"/>
                <a:gd name="f243" fmla="val 2744483"/>
                <a:gd name="f244" fmla="val 1867198"/>
                <a:gd name="f245" fmla="val 2661331"/>
                <a:gd name="f246" fmla="val 1670544"/>
                <a:gd name="f247" fmla="val 2550501"/>
                <a:gd name="f248" fmla="val 1473767"/>
                <a:gd name="f249" fmla="val 2439903"/>
                <a:gd name="f250" fmla="val 1298079"/>
                <a:gd name="f251" fmla="val 2299657"/>
                <a:gd name="f252" fmla="val 1144703"/>
                <a:gd name="f253" fmla="val 2144472"/>
                <a:gd name="f254" fmla="val 1067586"/>
                <a:gd name="f255" fmla="val 2066996"/>
                <a:gd name="f256" fmla="val 997458"/>
                <a:gd name="f257" fmla="val 1984539"/>
                <a:gd name="f258" fmla="val 931497"/>
                <a:gd name="f259" fmla="val 1900114"/>
                <a:gd name="f260" fmla="val 865906"/>
                <a:gd name="f261" fmla="val 1815342"/>
                <a:gd name="f262" fmla="val 803500"/>
                <a:gd name="f263" fmla="val 1729295"/>
                <a:gd name="f264" fmla="val 745265"/>
                <a:gd name="f265" fmla="val 1641395"/>
                <a:gd name="f266" fmla="val 730307"/>
                <a:gd name="f267" fmla="val 1619623"/>
                <a:gd name="f268" fmla="val 716207"/>
                <a:gd name="f269" fmla="val 1597503"/>
                <a:gd name="f270" fmla="val 701741"/>
                <a:gd name="f271" fmla="val 1575500"/>
                <a:gd name="f272" fmla="val 660178"/>
                <a:gd name="f273" fmla="val 1511573"/>
                <a:gd name="f274" fmla="val 633574"/>
                <a:gd name="f275" fmla="val 1470229"/>
                <a:gd name="f276" fmla="val 605989"/>
                <a:gd name="f277" fmla="val 1429232"/>
                <a:gd name="f278" fmla="val 578158"/>
                <a:gd name="f279" fmla="val 1387656"/>
                <a:gd name="f280" fmla="val 408230"/>
                <a:gd name="f281" fmla="val 1134497"/>
                <a:gd name="f282" fmla="val 351220"/>
                <a:gd name="f283" fmla="val 1048219"/>
                <a:gd name="f284" fmla="val 294945"/>
                <a:gd name="f285" fmla="val 959392"/>
                <a:gd name="f286" fmla="val 242349"/>
                <a:gd name="f287" fmla="val 866860"/>
                <a:gd name="f288" fmla="val 216112"/>
                <a:gd name="f289" fmla="val 820536"/>
                <a:gd name="f290" fmla="val 190734"/>
                <a:gd name="f291" fmla="val 773402"/>
                <a:gd name="f292" fmla="val 167562"/>
                <a:gd name="f293" fmla="val 724994"/>
                <a:gd name="f294" fmla="val 144513"/>
                <a:gd name="f295" fmla="val 676469"/>
                <a:gd name="f296" fmla="val 123057"/>
                <a:gd name="f297" fmla="val 627019"/>
                <a:gd name="f298" fmla="val 104054"/>
                <a:gd name="f299" fmla="val 576525"/>
                <a:gd name="f300" fmla="val 85418"/>
                <a:gd name="f301" fmla="val 525917"/>
                <a:gd name="f302" fmla="val 68867"/>
                <a:gd name="f303" fmla="val 474613"/>
                <a:gd name="f304" fmla="val 55381"/>
                <a:gd name="f305" fmla="val 422499"/>
                <a:gd name="f306" fmla="val 49006"/>
                <a:gd name="f307" fmla="val 396442"/>
                <a:gd name="f308" fmla="val 42508"/>
                <a:gd name="f309" fmla="val 370269"/>
                <a:gd name="f310" fmla="val 37236"/>
                <a:gd name="f311" fmla="val 343980"/>
                <a:gd name="f312" fmla="val 29267"/>
                <a:gd name="f313" fmla="val 304604"/>
                <a:gd name="f314" fmla="val 22646"/>
                <a:gd name="f315" fmla="val 265113"/>
                <a:gd name="f316" fmla="val 14003"/>
                <a:gd name="f317" fmla="val 212420"/>
                <a:gd name="f318" fmla="val 7872"/>
                <a:gd name="f319" fmla="val 159582"/>
                <a:gd name="f320" fmla="val 3903"/>
                <a:gd name="f321" fmla="val 106787"/>
                <a:gd name="f322" fmla="+- 0 0 -90"/>
                <a:gd name="f323" fmla="*/ f3 1 5275533"/>
                <a:gd name="f324" fmla="*/ f4 1 2980757"/>
                <a:gd name="f325" fmla="val f5"/>
                <a:gd name="f326" fmla="val f6"/>
                <a:gd name="f327" fmla="val f7"/>
                <a:gd name="f328" fmla="*/ f322 f0 1"/>
                <a:gd name="f329" fmla="+- f327 0 f325"/>
                <a:gd name="f330" fmla="+- f326 0 f325"/>
                <a:gd name="f331" fmla="*/ f328 1 f2"/>
                <a:gd name="f332" fmla="*/ f330 1 5275533"/>
                <a:gd name="f333" fmla="*/ f329 1 2980757"/>
                <a:gd name="f334" fmla="*/ 0 f330 1"/>
                <a:gd name="f335" fmla="*/ 0 f329 1"/>
                <a:gd name="f336" fmla="*/ 201166 f330 1"/>
                <a:gd name="f337" fmla="*/ 206734 f330 1"/>
                <a:gd name="f338" fmla="*/ 89286 f329 1"/>
                <a:gd name="f339" fmla="*/ 232051 f330 1"/>
                <a:gd name="f340" fmla="*/ 226897 f329 1"/>
                <a:gd name="f341" fmla="*/ 332707 f330 1"/>
                <a:gd name="f342" fmla="*/ 487120 f329 1"/>
                <a:gd name="f343" fmla="*/ 402959 f330 1"/>
                <a:gd name="f344" fmla="*/ 609647 f329 1"/>
                <a:gd name="f345" fmla="*/ 483631 f330 1"/>
                <a:gd name="f346" fmla="*/ 728236 f329 1"/>
                <a:gd name="f347" fmla="*/ 669986 f330 1"/>
                <a:gd name="f348" fmla="*/ 957424 f329 1"/>
                <a:gd name="f349" fmla="*/ 871667 f330 1"/>
                <a:gd name="f350" fmla="*/ 1188348 f329 1"/>
                <a:gd name="f351" fmla="*/ 971956 f330 1"/>
                <a:gd name="f352" fmla="*/ 1308905 f329 1"/>
                <a:gd name="f353" fmla="*/ 1020139 f330 1"/>
                <a:gd name="f354" fmla="*/ 1368084 f329 1"/>
                <a:gd name="f355" fmla="*/ 1067340 f330 1"/>
                <a:gd name="f356" fmla="*/ 1424715 f329 1"/>
                <a:gd name="f357" fmla="*/ 1472909 f330 1"/>
                <a:gd name="f358" fmla="*/ 1843252 f329 1"/>
                <a:gd name="f359" fmla="*/ 1688567 f330 1"/>
                <a:gd name="f360" fmla="*/ 2031559 f329 1"/>
                <a:gd name="f361" fmla="*/ 1914401 f330 1"/>
                <a:gd name="f362" fmla="*/ 2205156 f329 1"/>
                <a:gd name="f363" fmla="*/ 2418909 f330 1"/>
                <a:gd name="f364" fmla="*/ 2479741 f329 1"/>
                <a:gd name="f365" fmla="*/ 2701141 f330 1"/>
                <a:gd name="f366" fmla="*/ 2557333 f329 1"/>
                <a:gd name="f367" fmla="*/ 2773475 f330 1"/>
                <a:gd name="f368" fmla="*/ 2570999 f329 1"/>
                <a:gd name="f369" fmla="*/ 2846424 f330 1"/>
                <a:gd name="f370" fmla="*/ 2582465 f329 1"/>
                <a:gd name="f371" fmla="*/ 2993669 f330 1"/>
                <a:gd name="f372" fmla="*/ 2598909 f329 1"/>
                <a:gd name="f373" fmla="*/ 3067721 f330 1"/>
                <a:gd name="f374" fmla="*/ 2604237 f329 1"/>
                <a:gd name="f375" fmla="*/ 3142019 f330 1"/>
                <a:gd name="f376" fmla="*/ 2607943 f329 1"/>
                <a:gd name="f377" fmla="*/ 3216561 f330 1"/>
                <a:gd name="f378" fmla="*/ 2609564 f329 1"/>
                <a:gd name="f379" fmla="*/ 3291225 f330 1"/>
                <a:gd name="f380" fmla="*/ 2609217 f329 1"/>
                <a:gd name="f381" fmla="*/ 3328619 f330 1"/>
                <a:gd name="f382" fmla="*/ 2608869 f329 1"/>
                <a:gd name="f383" fmla="*/ 3364665 f330 1"/>
                <a:gd name="f384" fmla="*/ 2607363 f329 1"/>
                <a:gd name="f385" fmla="*/ 3400587 f330 1"/>
                <a:gd name="f386" fmla="*/ 2605627 f329 1"/>
                <a:gd name="f387" fmla="*/ 3436387 f330 1"/>
                <a:gd name="f388" fmla="*/ 2602847 f329 1"/>
                <a:gd name="f389" fmla="*/ 3578361 f330 1"/>
                <a:gd name="f390" fmla="*/ 2586286 f329 1"/>
                <a:gd name="f391" fmla="*/ 4119159 f330 1"/>
                <a:gd name="f392" fmla="*/ 2418594 f329 1"/>
                <a:gd name="f393" fmla="*/ 4618765 f330 1"/>
                <a:gd name="f394" fmla="*/ 2124668 f329 1"/>
                <a:gd name="f395" fmla="*/ 4739895 f330 1"/>
                <a:gd name="f396" fmla="*/ 2038275 f329 1"/>
                <a:gd name="f397" fmla="*/ 4861027 f330 1"/>
                <a:gd name="f398" fmla="*/ 1948986 f329 1"/>
                <a:gd name="f399" fmla="*/ 5106354 f330 1"/>
                <a:gd name="f400" fmla="*/ 1763690 f329 1"/>
                <a:gd name="f401" fmla="*/ 5275533 f330 1"/>
                <a:gd name="f402" fmla="*/ 1641017 f329 1"/>
                <a:gd name="f403" fmla="*/ 2257481 f329 1"/>
                <a:gd name="f404" fmla="*/ 5168881 f330 1"/>
                <a:gd name="f405" fmla="*/ 2332084 f329 1"/>
                <a:gd name="f406" fmla="*/ 5036225 f330 1"/>
                <a:gd name="f407" fmla="*/ 2421489 f329 1"/>
                <a:gd name="f408" fmla="*/ 4899401 f330 1"/>
                <a:gd name="f409" fmla="*/ 2508347 f329 1"/>
                <a:gd name="f410" fmla="*/ 4612145 f330 1"/>
                <a:gd name="f411" fmla="*/ 2671407 f329 1"/>
                <a:gd name="f412" fmla="*/ 4303187 f330 1"/>
                <a:gd name="f413" fmla="*/ 2810030 f329 1"/>
                <a:gd name="f414" fmla="*/ 3630835 f330 1"/>
                <a:gd name="f415" fmla="*/ 2969500 f329 1"/>
                <a:gd name="f416" fmla="*/ 3457719 f330 1"/>
                <a:gd name="f417" fmla="*/ 2979808 f329 1"/>
                <a:gd name="f418" fmla="*/ 3414441 f330 1"/>
                <a:gd name="f419" fmla="*/ 2980733 f329 1"/>
                <a:gd name="f420" fmla="*/ 3371285 f330 1"/>
                <a:gd name="f421" fmla="*/ 2980502 f329 1"/>
                <a:gd name="f422" fmla="*/ 3328252 f330 1"/>
                <a:gd name="f423" fmla="*/ 2980039 f329 1"/>
                <a:gd name="f424" fmla="*/ 3286445 f330 1"/>
                <a:gd name="f425" fmla="*/ 2978534 f329 1"/>
                <a:gd name="f426" fmla="*/ 2952475 f330 1"/>
                <a:gd name="f427" fmla="*/ 2953402 f329 1"/>
                <a:gd name="f428" fmla="*/ 2620591 f330 1"/>
                <a:gd name="f429" fmla="*/ 2898046 f329 1"/>
                <a:gd name="f430" fmla="*/ 2294591 f330 1"/>
                <a:gd name="f431" fmla="*/ 2811305 f329 1"/>
                <a:gd name="f432" fmla="*/ 1670544 f330 1"/>
                <a:gd name="f433" fmla="*/ 2550501 f329 1"/>
                <a:gd name="f434" fmla="*/ 1144703 f330 1"/>
                <a:gd name="f435" fmla="*/ 2144472 f329 1"/>
                <a:gd name="f436" fmla="*/ 931497 f330 1"/>
                <a:gd name="f437" fmla="*/ 1900114 f329 1"/>
                <a:gd name="f438" fmla="*/ 745265 f330 1"/>
                <a:gd name="f439" fmla="*/ 1641395 f329 1"/>
                <a:gd name="f440" fmla="*/ 701741 f330 1"/>
                <a:gd name="f441" fmla="*/ 1575500 f329 1"/>
                <a:gd name="f442" fmla="*/ 660178 f330 1"/>
                <a:gd name="f443" fmla="*/ 1511573 f329 1"/>
                <a:gd name="f444" fmla="*/ 578158 f330 1"/>
                <a:gd name="f445" fmla="*/ 1387656 f329 1"/>
                <a:gd name="f446" fmla="*/ 408230 f330 1"/>
                <a:gd name="f447" fmla="*/ 1134497 f329 1"/>
                <a:gd name="f448" fmla="*/ 242349 f330 1"/>
                <a:gd name="f449" fmla="*/ 866860 f329 1"/>
                <a:gd name="f450" fmla="*/ 167562 f330 1"/>
                <a:gd name="f451" fmla="*/ 724994 f329 1"/>
                <a:gd name="f452" fmla="*/ 104054 f330 1"/>
                <a:gd name="f453" fmla="*/ 576525 f329 1"/>
                <a:gd name="f454" fmla="*/ 55381 f330 1"/>
                <a:gd name="f455" fmla="*/ 422499 f329 1"/>
                <a:gd name="f456" fmla="*/ 37236 f330 1"/>
                <a:gd name="f457" fmla="*/ 343980 f329 1"/>
                <a:gd name="f458" fmla="*/ 29267 f330 1"/>
                <a:gd name="f459" fmla="*/ 304604 f329 1"/>
                <a:gd name="f460" fmla="*/ 22646 f330 1"/>
                <a:gd name="f461" fmla="*/ 265113 f329 1"/>
                <a:gd name="f462" fmla="*/ 3903 f330 1"/>
                <a:gd name="f463" fmla="*/ 106787 f329 1"/>
                <a:gd name="f464" fmla="+- f331 0 f1"/>
                <a:gd name="f465" fmla="*/ f334 1 5275533"/>
                <a:gd name="f466" fmla="*/ f335 1 2980757"/>
                <a:gd name="f467" fmla="*/ f336 1 5275533"/>
                <a:gd name="f468" fmla="*/ f337 1 5275533"/>
                <a:gd name="f469" fmla="*/ f338 1 2980757"/>
                <a:gd name="f470" fmla="*/ f339 1 5275533"/>
                <a:gd name="f471" fmla="*/ f340 1 2980757"/>
                <a:gd name="f472" fmla="*/ f341 1 5275533"/>
                <a:gd name="f473" fmla="*/ f342 1 2980757"/>
                <a:gd name="f474" fmla="*/ f343 1 5275533"/>
                <a:gd name="f475" fmla="*/ f344 1 2980757"/>
                <a:gd name="f476" fmla="*/ f345 1 5275533"/>
                <a:gd name="f477" fmla="*/ f346 1 2980757"/>
                <a:gd name="f478" fmla="*/ f347 1 5275533"/>
                <a:gd name="f479" fmla="*/ f348 1 2980757"/>
                <a:gd name="f480" fmla="*/ f349 1 5275533"/>
                <a:gd name="f481" fmla="*/ f350 1 2980757"/>
                <a:gd name="f482" fmla="*/ f351 1 5275533"/>
                <a:gd name="f483" fmla="*/ f352 1 2980757"/>
                <a:gd name="f484" fmla="*/ f353 1 5275533"/>
                <a:gd name="f485" fmla="*/ f354 1 2980757"/>
                <a:gd name="f486" fmla="*/ f355 1 5275533"/>
                <a:gd name="f487" fmla="*/ f356 1 2980757"/>
                <a:gd name="f488" fmla="*/ f357 1 5275533"/>
                <a:gd name="f489" fmla="*/ f358 1 2980757"/>
                <a:gd name="f490" fmla="*/ f359 1 5275533"/>
                <a:gd name="f491" fmla="*/ f360 1 2980757"/>
                <a:gd name="f492" fmla="*/ f361 1 5275533"/>
                <a:gd name="f493" fmla="*/ f362 1 2980757"/>
                <a:gd name="f494" fmla="*/ f363 1 5275533"/>
                <a:gd name="f495" fmla="*/ f364 1 2980757"/>
                <a:gd name="f496" fmla="*/ f365 1 5275533"/>
                <a:gd name="f497" fmla="*/ f366 1 2980757"/>
                <a:gd name="f498" fmla="*/ f367 1 5275533"/>
                <a:gd name="f499" fmla="*/ f368 1 2980757"/>
                <a:gd name="f500" fmla="*/ f369 1 5275533"/>
                <a:gd name="f501" fmla="*/ f370 1 2980757"/>
                <a:gd name="f502" fmla="*/ f371 1 5275533"/>
                <a:gd name="f503" fmla="*/ f372 1 2980757"/>
                <a:gd name="f504" fmla="*/ f373 1 5275533"/>
                <a:gd name="f505" fmla="*/ f374 1 2980757"/>
                <a:gd name="f506" fmla="*/ f375 1 5275533"/>
                <a:gd name="f507" fmla="*/ f376 1 2980757"/>
                <a:gd name="f508" fmla="*/ f377 1 5275533"/>
                <a:gd name="f509" fmla="*/ f378 1 2980757"/>
                <a:gd name="f510" fmla="*/ f379 1 5275533"/>
                <a:gd name="f511" fmla="*/ f380 1 2980757"/>
                <a:gd name="f512" fmla="*/ f381 1 5275533"/>
                <a:gd name="f513" fmla="*/ f382 1 2980757"/>
                <a:gd name="f514" fmla="*/ f383 1 5275533"/>
                <a:gd name="f515" fmla="*/ f384 1 2980757"/>
                <a:gd name="f516" fmla="*/ f385 1 5275533"/>
                <a:gd name="f517" fmla="*/ f386 1 2980757"/>
                <a:gd name="f518" fmla="*/ f387 1 5275533"/>
                <a:gd name="f519" fmla="*/ f388 1 2980757"/>
                <a:gd name="f520" fmla="*/ f389 1 5275533"/>
                <a:gd name="f521" fmla="*/ f390 1 2980757"/>
                <a:gd name="f522" fmla="*/ f391 1 5275533"/>
                <a:gd name="f523" fmla="*/ f392 1 2980757"/>
                <a:gd name="f524" fmla="*/ f393 1 5275533"/>
                <a:gd name="f525" fmla="*/ f394 1 2980757"/>
                <a:gd name="f526" fmla="*/ f395 1 5275533"/>
                <a:gd name="f527" fmla="*/ f396 1 2980757"/>
                <a:gd name="f528" fmla="*/ f397 1 5275533"/>
                <a:gd name="f529" fmla="*/ f398 1 2980757"/>
                <a:gd name="f530" fmla="*/ f399 1 5275533"/>
                <a:gd name="f531" fmla="*/ f400 1 2980757"/>
                <a:gd name="f532" fmla="*/ f401 1 5275533"/>
                <a:gd name="f533" fmla="*/ f402 1 2980757"/>
                <a:gd name="f534" fmla="*/ f403 1 2980757"/>
                <a:gd name="f535" fmla="*/ f404 1 5275533"/>
                <a:gd name="f536" fmla="*/ f405 1 2980757"/>
                <a:gd name="f537" fmla="*/ f406 1 5275533"/>
                <a:gd name="f538" fmla="*/ f407 1 2980757"/>
                <a:gd name="f539" fmla="*/ f408 1 5275533"/>
                <a:gd name="f540" fmla="*/ f409 1 2980757"/>
                <a:gd name="f541" fmla="*/ f410 1 5275533"/>
                <a:gd name="f542" fmla="*/ f411 1 2980757"/>
                <a:gd name="f543" fmla="*/ f412 1 5275533"/>
                <a:gd name="f544" fmla="*/ f413 1 2980757"/>
                <a:gd name="f545" fmla="*/ f414 1 5275533"/>
                <a:gd name="f546" fmla="*/ f415 1 2980757"/>
                <a:gd name="f547" fmla="*/ f416 1 5275533"/>
                <a:gd name="f548" fmla="*/ f417 1 2980757"/>
                <a:gd name="f549" fmla="*/ f418 1 5275533"/>
                <a:gd name="f550" fmla="*/ f419 1 2980757"/>
                <a:gd name="f551" fmla="*/ f420 1 5275533"/>
                <a:gd name="f552" fmla="*/ f421 1 2980757"/>
                <a:gd name="f553" fmla="*/ f422 1 5275533"/>
                <a:gd name="f554" fmla="*/ f423 1 2980757"/>
                <a:gd name="f555" fmla="*/ f424 1 5275533"/>
                <a:gd name="f556" fmla="*/ f425 1 2980757"/>
                <a:gd name="f557" fmla="*/ f426 1 5275533"/>
                <a:gd name="f558" fmla="*/ f427 1 2980757"/>
                <a:gd name="f559" fmla="*/ f428 1 5275533"/>
                <a:gd name="f560" fmla="*/ f429 1 2980757"/>
                <a:gd name="f561" fmla="*/ f430 1 5275533"/>
                <a:gd name="f562" fmla="*/ f431 1 2980757"/>
                <a:gd name="f563" fmla="*/ f432 1 5275533"/>
                <a:gd name="f564" fmla="*/ f433 1 2980757"/>
                <a:gd name="f565" fmla="*/ f434 1 5275533"/>
                <a:gd name="f566" fmla="*/ f435 1 2980757"/>
                <a:gd name="f567" fmla="*/ f436 1 5275533"/>
                <a:gd name="f568" fmla="*/ f437 1 2980757"/>
                <a:gd name="f569" fmla="*/ f438 1 5275533"/>
                <a:gd name="f570" fmla="*/ f439 1 2980757"/>
                <a:gd name="f571" fmla="*/ f440 1 5275533"/>
                <a:gd name="f572" fmla="*/ f441 1 2980757"/>
                <a:gd name="f573" fmla="*/ f442 1 5275533"/>
                <a:gd name="f574" fmla="*/ f443 1 2980757"/>
                <a:gd name="f575" fmla="*/ f444 1 5275533"/>
                <a:gd name="f576" fmla="*/ f445 1 2980757"/>
                <a:gd name="f577" fmla="*/ f446 1 5275533"/>
                <a:gd name="f578" fmla="*/ f447 1 2980757"/>
                <a:gd name="f579" fmla="*/ f448 1 5275533"/>
                <a:gd name="f580" fmla="*/ f449 1 2980757"/>
                <a:gd name="f581" fmla="*/ f450 1 5275533"/>
                <a:gd name="f582" fmla="*/ f451 1 2980757"/>
                <a:gd name="f583" fmla="*/ f452 1 5275533"/>
                <a:gd name="f584" fmla="*/ f453 1 2980757"/>
                <a:gd name="f585" fmla="*/ f454 1 5275533"/>
                <a:gd name="f586" fmla="*/ f455 1 2980757"/>
                <a:gd name="f587" fmla="*/ f456 1 5275533"/>
                <a:gd name="f588" fmla="*/ f457 1 2980757"/>
                <a:gd name="f589" fmla="*/ f458 1 5275533"/>
                <a:gd name="f590" fmla="*/ f459 1 2980757"/>
                <a:gd name="f591" fmla="*/ f460 1 5275533"/>
                <a:gd name="f592" fmla="*/ f461 1 2980757"/>
                <a:gd name="f593" fmla="*/ f462 1 5275533"/>
                <a:gd name="f594" fmla="*/ f463 1 2980757"/>
                <a:gd name="f595" fmla="*/ f325 1 f332"/>
                <a:gd name="f596" fmla="*/ f326 1 f332"/>
                <a:gd name="f597" fmla="*/ f325 1 f333"/>
                <a:gd name="f598" fmla="*/ f327 1 f333"/>
                <a:gd name="f599" fmla="*/ f465 1 f332"/>
                <a:gd name="f600" fmla="*/ f466 1 f333"/>
                <a:gd name="f601" fmla="*/ f467 1 f332"/>
                <a:gd name="f602" fmla="*/ f468 1 f332"/>
                <a:gd name="f603" fmla="*/ f469 1 f333"/>
                <a:gd name="f604" fmla="*/ f470 1 f332"/>
                <a:gd name="f605" fmla="*/ f471 1 f333"/>
                <a:gd name="f606" fmla="*/ f472 1 f332"/>
                <a:gd name="f607" fmla="*/ f473 1 f333"/>
                <a:gd name="f608" fmla="*/ f474 1 f332"/>
                <a:gd name="f609" fmla="*/ f475 1 f333"/>
                <a:gd name="f610" fmla="*/ f476 1 f332"/>
                <a:gd name="f611" fmla="*/ f477 1 f333"/>
                <a:gd name="f612" fmla="*/ f478 1 f332"/>
                <a:gd name="f613" fmla="*/ f479 1 f333"/>
                <a:gd name="f614" fmla="*/ f480 1 f332"/>
                <a:gd name="f615" fmla="*/ f481 1 f333"/>
                <a:gd name="f616" fmla="*/ f482 1 f332"/>
                <a:gd name="f617" fmla="*/ f483 1 f333"/>
                <a:gd name="f618" fmla="*/ f484 1 f332"/>
                <a:gd name="f619" fmla="*/ f485 1 f333"/>
                <a:gd name="f620" fmla="*/ f486 1 f332"/>
                <a:gd name="f621" fmla="*/ f487 1 f333"/>
                <a:gd name="f622" fmla="*/ f488 1 f332"/>
                <a:gd name="f623" fmla="*/ f489 1 f333"/>
                <a:gd name="f624" fmla="*/ f490 1 f332"/>
                <a:gd name="f625" fmla="*/ f491 1 f333"/>
                <a:gd name="f626" fmla="*/ f492 1 f332"/>
                <a:gd name="f627" fmla="*/ f493 1 f333"/>
                <a:gd name="f628" fmla="*/ f494 1 f332"/>
                <a:gd name="f629" fmla="*/ f495 1 f333"/>
                <a:gd name="f630" fmla="*/ f496 1 f332"/>
                <a:gd name="f631" fmla="*/ f497 1 f333"/>
                <a:gd name="f632" fmla="*/ f498 1 f332"/>
                <a:gd name="f633" fmla="*/ f499 1 f333"/>
                <a:gd name="f634" fmla="*/ f500 1 f332"/>
                <a:gd name="f635" fmla="*/ f501 1 f333"/>
                <a:gd name="f636" fmla="*/ f502 1 f332"/>
                <a:gd name="f637" fmla="*/ f503 1 f333"/>
                <a:gd name="f638" fmla="*/ f504 1 f332"/>
                <a:gd name="f639" fmla="*/ f505 1 f333"/>
                <a:gd name="f640" fmla="*/ f506 1 f332"/>
                <a:gd name="f641" fmla="*/ f507 1 f333"/>
                <a:gd name="f642" fmla="*/ f508 1 f332"/>
                <a:gd name="f643" fmla="*/ f509 1 f333"/>
                <a:gd name="f644" fmla="*/ f510 1 f332"/>
                <a:gd name="f645" fmla="*/ f511 1 f333"/>
                <a:gd name="f646" fmla="*/ f512 1 f332"/>
                <a:gd name="f647" fmla="*/ f513 1 f333"/>
                <a:gd name="f648" fmla="*/ f514 1 f332"/>
                <a:gd name="f649" fmla="*/ f515 1 f333"/>
                <a:gd name="f650" fmla="*/ f516 1 f332"/>
                <a:gd name="f651" fmla="*/ f517 1 f333"/>
                <a:gd name="f652" fmla="*/ f518 1 f332"/>
                <a:gd name="f653" fmla="*/ f519 1 f333"/>
                <a:gd name="f654" fmla="*/ f520 1 f332"/>
                <a:gd name="f655" fmla="*/ f521 1 f333"/>
                <a:gd name="f656" fmla="*/ f522 1 f332"/>
                <a:gd name="f657" fmla="*/ f523 1 f333"/>
                <a:gd name="f658" fmla="*/ f524 1 f332"/>
                <a:gd name="f659" fmla="*/ f525 1 f333"/>
                <a:gd name="f660" fmla="*/ f526 1 f332"/>
                <a:gd name="f661" fmla="*/ f527 1 f333"/>
                <a:gd name="f662" fmla="*/ f528 1 f332"/>
                <a:gd name="f663" fmla="*/ f529 1 f333"/>
                <a:gd name="f664" fmla="*/ f530 1 f332"/>
                <a:gd name="f665" fmla="*/ f531 1 f333"/>
                <a:gd name="f666" fmla="*/ f532 1 f332"/>
                <a:gd name="f667" fmla="*/ f533 1 f333"/>
                <a:gd name="f668" fmla="*/ f534 1 f333"/>
                <a:gd name="f669" fmla="*/ f535 1 f332"/>
                <a:gd name="f670" fmla="*/ f536 1 f333"/>
                <a:gd name="f671" fmla="*/ f537 1 f332"/>
                <a:gd name="f672" fmla="*/ f538 1 f333"/>
                <a:gd name="f673" fmla="*/ f539 1 f332"/>
                <a:gd name="f674" fmla="*/ f540 1 f333"/>
                <a:gd name="f675" fmla="*/ f541 1 f332"/>
                <a:gd name="f676" fmla="*/ f542 1 f333"/>
                <a:gd name="f677" fmla="*/ f543 1 f332"/>
                <a:gd name="f678" fmla="*/ f544 1 f333"/>
                <a:gd name="f679" fmla="*/ f545 1 f332"/>
                <a:gd name="f680" fmla="*/ f546 1 f333"/>
                <a:gd name="f681" fmla="*/ f547 1 f332"/>
                <a:gd name="f682" fmla="*/ f548 1 f333"/>
                <a:gd name="f683" fmla="*/ f549 1 f332"/>
                <a:gd name="f684" fmla="*/ f550 1 f333"/>
                <a:gd name="f685" fmla="*/ f551 1 f332"/>
                <a:gd name="f686" fmla="*/ f552 1 f333"/>
                <a:gd name="f687" fmla="*/ f553 1 f332"/>
                <a:gd name="f688" fmla="*/ f554 1 f333"/>
                <a:gd name="f689" fmla="*/ f555 1 f332"/>
                <a:gd name="f690" fmla="*/ f556 1 f333"/>
                <a:gd name="f691" fmla="*/ f557 1 f332"/>
                <a:gd name="f692" fmla="*/ f558 1 f333"/>
                <a:gd name="f693" fmla="*/ f559 1 f332"/>
                <a:gd name="f694" fmla="*/ f560 1 f333"/>
                <a:gd name="f695" fmla="*/ f561 1 f332"/>
                <a:gd name="f696" fmla="*/ f562 1 f333"/>
                <a:gd name="f697" fmla="*/ f563 1 f332"/>
                <a:gd name="f698" fmla="*/ f564 1 f333"/>
                <a:gd name="f699" fmla="*/ f565 1 f332"/>
                <a:gd name="f700" fmla="*/ f566 1 f333"/>
                <a:gd name="f701" fmla="*/ f567 1 f332"/>
                <a:gd name="f702" fmla="*/ f568 1 f333"/>
                <a:gd name="f703" fmla="*/ f569 1 f332"/>
                <a:gd name="f704" fmla="*/ f570 1 f333"/>
                <a:gd name="f705" fmla="*/ f571 1 f332"/>
                <a:gd name="f706" fmla="*/ f572 1 f333"/>
                <a:gd name="f707" fmla="*/ f573 1 f332"/>
                <a:gd name="f708" fmla="*/ f574 1 f333"/>
                <a:gd name="f709" fmla="*/ f575 1 f332"/>
                <a:gd name="f710" fmla="*/ f576 1 f333"/>
                <a:gd name="f711" fmla="*/ f577 1 f332"/>
                <a:gd name="f712" fmla="*/ f578 1 f333"/>
                <a:gd name="f713" fmla="*/ f579 1 f332"/>
                <a:gd name="f714" fmla="*/ f580 1 f333"/>
                <a:gd name="f715" fmla="*/ f581 1 f332"/>
                <a:gd name="f716" fmla="*/ f582 1 f333"/>
                <a:gd name="f717" fmla="*/ f583 1 f332"/>
                <a:gd name="f718" fmla="*/ f584 1 f333"/>
                <a:gd name="f719" fmla="*/ f585 1 f332"/>
                <a:gd name="f720" fmla="*/ f586 1 f333"/>
                <a:gd name="f721" fmla="*/ f587 1 f332"/>
                <a:gd name="f722" fmla="*/ f588 1 f333"/>
                <a:gd name="f723" fmla="*/ f589 1 f332"/>
                <a:gd name="f724" fmla="*/ f590 1 f333"/>
                <a:gd name="f725" fmla="*/ f591 1 f332"/>
                <a:gd name="f726" fmla="*/ f592 1 f333"/>
                <a:gd name="f727" fmla="*/ f593 1 f332"/>
                <a:gd name="f728" fmla="*/ f594 1 f333"/>
                <a:gd name="f729" fmla="*/ f595 f323 1"/>
                <a:gd name="f730" fmla="*/ f596 f323 1"/>
                <a:gd name="f731" fmla="*/ f598 f324 1"/>
                <a:gd name="f732" fmla="*/ f597 f324 1"/>
                <a:gd name="f733" fmla="*/ f599 f323 1"/>
                <a:gd name="f734" fmla="*/ f600 f324 1"/>
                <a:gd name="f735" fmla="*/ f601 f323 1"/>
                <a:gd name="f736" fmla="*/ f602 f323 1"/>
                <a:gd name="f737" fmla="*/ f603 f324 1"/>
                <a:gd name="f738" fmla="*/ f604 f323 1"/>
                <a:gd name="f739" fmla="*/ f605 f324 1"/>
                <a:gd name="f740" fmla="*/ f606 f323 1"/>
                <a:gd name="f741" fmla="*/ f607 f324 1"/>
                <a:gd name="f742" fmla="*/ f608 f323 1"/>
                <a:gd name="f743" fmla="*/ f609 f324 1"/>
                <a:gd name="f744" fmla="*/ f610 f323 1"/>
                <a:gd name="f745" fmla="*/ f611 f324 1"/>
                <a:gd name="f746" fmla="*/ f612 f323 1"/>
                <a:gd name="f747" fmla="*/ f613 f324 1"/>
                <a:gd name="f748" fmla="*/ f614 f323 1"/>
                <a:gd name="f749" fmla="*/ f615 f324 1"/>
                <a:gd name="f750" fmla="*/ f616 f323 1"/>
                <a:gd name="f751" fmla="*/ f617 f324 1"/>
                <a:gd name="f752" fmla="*/ f618 f323 1"/>
                <a:gd name="f753" fmla="*/ f619 f324 1"/>
                <a:gd name="f754" fmla="*/ f620 f323 1"/>
                <a:gd name="f755" fmla="*/ f621 f324 1"/>
                <a:gd name="f756" fmla="*/ f622 f323 1"/>
                <a:gd name="f757" fmla="*/ f623 f324 1"/>
                <a:gd name="f758" fmla="*/ f624 f323 1"/>
                <a:gd name="f759" fmla="*/ f625 f324 1"/>
                <a:gd name="f760" fmla="*/ f626 f323 1"/>
                <a:gd name="f761" fmla="*/ f627 f324 1"/>
                <a:gd name="f762" fmla="*/ f628 f323 1"/>
                <a:gd name="f763" fmla="*/ f629 f324 1"/>
                <a:gd name="f764" fmla="*/ f630 f323 1"/>
                <a:gd name="f765" fmla="*/ f631 f324 1"/>
                <a:gd name="f766" fmla="*/ f632 f323 1"/>
                <a:gd name="f767" fmla="*/ f633 f324 1"/>
                <a:gd name="f768" fmla="*/ f634 f323 1"/>
                <a:gd name="f769" fmla="*/ f635 f324 1"/>
                <a:gd name="f770" fmla="*/ f636 f323 1"/>
                <a:gd name="f771" fmla="*/ f637 f324 1"/>
                <a:gd name="f772" fmla="*/ f638 f323 1"/>
                <a:gd name="f773" fmla="*/ f639 f324 1"/>
                <a:gd name="f774" fmla="*/ f640 f323 1"/>
                <a:gd name="f775" fmla="*/ f641 f324 1"/>
                <a:gd name="f776" fmla="*/ f642 f323 1"/>
                <a:gd name="f777" fmla="*/ f643 f324 1"/>
                <a:gd name="f778" fmla="*/ f644 f323 1"/>
                <a:gd name="f779" fmla="*/ f645 f324 1"/>
                <a:gd name="f780" fmla="*/ f646 f323 1"/>
                <a:gd name="f781" fmla="*/ f647 f324 1"/>
                <a:gd name="f782" fmla="*/ f648 f323 1"/>
                <a:gd name="f783" fmla="*/ f649 f324 1"/>
                <a:gd name="f784" fmla="*/ f650 f323 1"/>
                <a:gd name="f785" fmla="*/ f651 f324 1"/>
                <a:gd name="f786" fmla="*/ f652 f323 1"/>
                <a:gd name="f787" fmla="*/ f653 f324 1"/>
                <a:gd name="f788" fmla="*/ f654 f323 1"/>
                <a:gd name="f789" fmla="*/ f655 f324 1"/>
                <a:gd name="f790" fmla="*/ f656 f323 1"/>
                <a:gd name="f791" fmla="*/ f657 f324 1"/>
                <a:gd name="f792" fmla="*/ f658 f323 1"/>
                <a:gd name="f793" fmla="*/ f659 f324 1"/>
                <a:gd name="f794" fmla="*/ f660 f323 1"/>
                <a:gd name="f795" fmla="*/ f661 f324 1"/>
                <a:gd name="f796" fmla="*/ f662 f323 1"/>
                <a:gd name="f797" fmla="*/ f663 f324 1"/>
                <a:gd name="f798" fmla="*/ f664 f323 1"/>
                <a:gd name="f799" fmla="*/ f665 f324 1"/>
                <a:gd name="f800" fmla="*/ f666 f323 1"/>
                <a:gd name="f801" fmla="*/ f667 f324 1"/>
                <a:gd name="f802" fmla="*/ f668 f324 1"/>
                <a:gd name="f803" fmla="*/ f669 f323 1"/>
                <a:gd name="f804" fmla="*/ f670 f324 1"/>
                <a:gd name="f805" fmla="*/ f671 f323 1"/>
                <a:gd name="f806" fmla="*/ f672 f324 1"/>
                <a:gd name="f807" fmla="*/ f673 f323 1"/>
                <a:gd name="f808" fmla="*/ f674 f324 1"/>
                <a:gd name="f809" fmla="*/ f675 f323 1"/>
                <a:gd name="f810" fmla="*/ f676 f324 1"/>
                <a:gd name="f811" fmla="*/ f677 f323 1"/>
                <a:gd name="f812" fmla="*/ f678 f324 1"/>
                <a:gd name="f813" fmla="*/ f679 f323 1"/>
                <a:gd name="f814" fmla="*/ f680 f324 1"/>
                <a:gd name="f815" fmla="*/ f681 f323 1"/>
                <a:gd name="f816" fmla="*/ f682 f324 1"/>
                <a:gd name="f817" fmla="*/ f683 f323 1"/>
                <a:gd name="f818" fmla="*/ f684 f324 1"/>
                <a:gd name="f819" fmla="*/ f685 f323 1"/>
                <a:gd name="f820" fmla="*/ f686 f324 1"/>
                <a:gd name="f821" fmla="*/ f687 f323 1"/>
                <a:gd name="f822" fmla="*/ f688 f324 1"/>
                <a:gd name="f823" fmla="*/ f689 f323 1"/>
                <a:gd name="f824" fmla="*/ f690 f324 1"/>
                <a:gd name="f825" fmla="*/ f691 f323 1"/>
                <a:gd name="f826" fmla="*/ f692 f324 1"/>
                <a:gd name="f827" fmla="*/ f693 f323 1"/>
                <a:gd name="f828" fmla="*/ f694 f324 1"/>
                <a:gd name="f829" fmla="*/ f695 f323 1"/>
                <a:gd name="f830" fmla="*/ f696 f324 1"/>
                <a:gd name="f831" fmla="*/ f697 f323 1"/>
                <a:gd name="f832" fmla="*/ f698 f324 1"/>
                <a:gd name="f833" fmla="*/ f699 f323 1"/>
                <a:gd name="f834" fmla="*/ f700 f324 1"/>
                <a:gd name="f835" fmla="*/ f701 f323 1"/>
                <a:gd name="f836" fmla="*/ f702 f324 1"/>
                <a:gd name="f837" fmla="*/ f703 f323 1"/>
                <a:gd name="f838" fmla="*/ f704 f324 1"/>
                <a:gd name="f839" fmla="*/ f705 f323 1"/>
                <a:gd name="f840" fmla="*/ f706 f324 1"/>
                <a:gd name="f841" fmla="*/ f707 f323 1"/>
                <a:gd name="f842" fmla="*/ f708 f324 1"/>
                <a:gd name="f843" fmla="*/ f709 f323 1"/>
                <a:gd name="f844" fmla="*/ f710 f324 1"/>
                <a:gd name="f845" fmla="*/ f711 f323 1"/>
                <a:gd name="f846" fmla="*/ f712 f324 1"/>
                <a:gd name="f847" fmla="*/ f713 f323 1"/>
                <a:gd name="f848" fmla="*/ f714 f324 1"/>
                <a:gd name="f849" fmla="*/ f715 f323 1"/>
                <a:gd name="f850" fmla="*/ f716 f324 1"/>
                <a:gd name="f851" fmla="*/ f717 f323 1"/>
                <a:gd name="f852" fmla="*/ f718 f324 1"/>
                <a:gd name="f853" fmla="*/ f719 f323 1"/>
                <a:gd name="f854" fmla="*/ f720 f324 1"/>
                <a:gd name="f855" fmla="*/ f721 f323 1"/>
                <a:gd name="f856" fmla="*/ f722 f324 1"/>
                <a:gd name="f857" fmla="*/ f723 f323 1"/>
                <a:gd name="f858" fmla="*/ f724 f324 1"/>
                <a:gd name="f859" fmla="*/ f725 f323 1"/>
                <a:gd name="f860" fmla="*/ f726 f324 1"/>
                <a:gd name="f861" fmla="*/ f727 f323 1"/>
                <a:gd name="f862" fmla="*/ f728 f324 1"/>
              </a:gdLst>
              <a:ahLst/>
              <a:cxnLst>
                <a:cxn ang="3cd4">
                  <a:pos x="hc" y="t"/>
                </a:cxn>
                <a:cxn ang="0">
                  <a:pos x="r" y="vc"/>
                </a:cxn>
                <a:cxn ang="cd4">
                  <a:pos x="hc" y="b"/>
                </a:cxn>
                <a:cxn ang="cd2">
                  <a:pos x="l" y="vc"/>
                </a:cxn>
                <a:cxn ang="f464">
                  <a:pos x="f733" y="f734"/>
                </a:cxn>
                <a:cxn ang="f464">
                  <a:pos x="f735" y="f734"/>
                </a:cxn>
                <a:cxn ang="f464">
                  <a:pos x="f736" y="f737"/>
                </a:cxn>
                <a:cxn ang="f464">
                  <a:pos x="f738" y="f739"/>
                </a:cxn>
                <a:cxn ang="f464">
                  <a:pos x="f740" y="f741"/>
                </a:cxn>
                <a:cxn ang="f464">
                  <a:pos x="f742" y="f743"/>
                </a:cxn>
                <a:cxn ang="f464">
                  <a:pos x="f744" y="f745"/>
                </a:cxn>
                <a:cxn ang="f464">
                  <a:pos x="f746" y="f747"/>
                </a:cxn>
                <a:cxn ang="f464">
                  <a:pos x="f748" y="f749"/>
                </a:cxn>
                <a:cxn ang="f464">
                  <a:pos x="f750" y="f751"/>
                </a:cxn>
                <a:cxn ang="f464">
                  <a:pos x="f752" y="f753"/>
                </a:cxn>
                <a:cxn ang="f464">
                  <a:pos x="f754" y="f755"/>
                </a:cxn>
                <a:cxn ang="f464">
                  <a:pos x="f756" y="f757"/>
                </a:cxn>
                <a:cxn ang="f464">
                  <a:pos x="f758" y="f759"/>
                </a:cxn>
                <a:cxn ang="f464">
                  <a:pos x="f760" y="f761"/>
                </a:cxn>
                <a:cxn ang="f464">
                  <a:pos x="f762" y="f763"/>
                </a:cxn>
                <a:cxn ang="f464">
                  <a:pos x="f764" y="f765"/>
                </a:cxn>
                <a:cxn ang="f464">
                  <a:pos x="f766" y="f767"/>
                </a:cxn>
                <a:cxn ang="f464">
                  <a:pos x="f768" y="f769"/>
                </a:cxn>
                <a:cxn ang="f464">
                  <a:pos x="f770" y="f771"/>
                </a:cxn>
                <a:cxn ang="f464">
                  <a:pos x="f772" y="f773"/>
                </a:cxn>
                <a:cxn ang="f464">
                  <a:pos x="f774" y="f775"/>
                </a:cxn>
                <a:cxn ang="f464">
                  <a:pos x="f776" y="f777"/>
                </a:cxn>
                <a:cxn ang="f464">
                  <a:pos x="f778" y="f779"/>
                </a:cxn>
                <a:cxn ang="f464">
                  <a:pos x="f780" y="f781"/>
                </a:cxn>
                <a:cxn ang="f464">
                  <a:pos x="f782" y="f783"/>
                </a:cxn>
                <a:cxn ang="f464">
                  <a:pos x="f784" y="f785"/>
                </a:cxn>
                <a:cxn ang="f464">
                  <a:pos x="f786" y="f787"/>
                </a:cxn>
                <a:cxn ang="f464">
                  <a:pos x="f788" y="f789"/>
                </a:cxn>
                <a:cxn ang="f464">
                  <a:pos x="f790" y="f791"/>
                </a:cxn>
                <a:cxn ang="f464">
                  <a:pos x="f792" y="f793"/>
                </a:cxn>
                <a:cxn ang="f464">
                  <a:pos x="f794" y="f795"/>
                </a:cxn>
                <a:cxn ang="f464">
                  <a:pos x="f796" y="f797"/>
                </a:cxn>
                <a:cxn ang="f464">
                  <a:pos x="f798" y="f799"/>
                </a:cxn>
                <a:cxn ang="f464">
                  <a:pos x="f800" y="f801"/>
                </a:cxn>
                <a:cxn ang="f464">
                  <a:pos x="f800" y="f802"/>
                </a:cxn>
                <a:cxn ang="f464">
                  <a:pos x="f803" y="f804"/>
                </a:cxn>
                <a:cxn ang="f464">
                  <a:pos x="f805" y="f806"/>
                </a:cxn>
                <a:cxn ang="f464">
                  <a:pos x="f807" y="f808"/>
                </a:cxn>
                <a:cxn ang="f464">
                  <a:pos x="f809" y="f810"/>
                </a:cxn>
                <a:cxn ang="f464">
                  <a:pos x="f811" y="f812"/>
                </a:cxn>
                <a:cxn ang="f464">
                  <a:pos x="f813" y="f814"/>
                </a:cxn>
                <a:cxn ang="f464">
                  <a:pos x="f815" y="f816"/>
                </a:cxn>
                <a:cxn ang="f464">
                  <a:pos x="f817" y="f818"/>
                </a:cxn>
                <a:cxn ang="f464">
                  <a:pos x="f819" y="f820"/>
                </a:cxn>
                <a:cxn ang="f464">
                  <a:pos x="f821" y="f822"/>
                </a:cxn>
                <a:cxn ang="f464">
                  <a:pos x="f823" y="f824"/>
                </a:cxn>
                <a:cxn ang="f464">
                  <a:pos x="f825" y="f826"/>
                </a:cxn>
                <a:cxn ang="f464">
                  <a:pos x="f827" y="f828"/>
                </a:cxn>
                <a:cxn ang="f464">
                  <a:pos x="f829" y="f830"/>
                </a:cxn>
                <a:cxn ang="f464">
                  <a:pos x="f831" y="f832"/>
                </a:cxn>
                <a:cxn ang="f464">
                  <a:pos x="f833" y="f834"/>
                </a:cxn>
                <a:cxn ang="f464">
                  <a:pos x="f835" y="f836"/>
                </a:cxn>
                <a:cxn ang="f464">
                  <a:pos x="f837" y="f838"/>
                </a:cxn>
                <a:cxn ang="f464">
                  <a:pos x="f839" y="f840"/>
                </a:cxn>
                <a:cxn ang="f464">
                  <a:pos x="f841" y="f842"/>
                </a:cxn>
                <a:cxn ang="f464">
                  <a:pos x="f843" y="f844"/>
                </a:cxn>
                <a:cxn ang="f464">
                  <a:pos x="f845" y="f846"/>
                </a:cxn>
                <a:cxn ang="f464">
                  <a:pos x="f847" y="f848"/>
                </a:cxn>
                <a:cxn ang="f464">
                  <a:pos x="f849" y="f850"/>
                </a:cxn>
                <a:cxn ang="f464">
                  <a:pos x="f851" y="f852"/>
                </a:cxn>
                <a:cxn ang="f464">
                  <a:pos x="f853" y="f854"/>
                </a:cxn>
                <a:cxn ang="f464">
                  <a:pos x="f855" y="f856"/>
                </a:cxn>
                <a:cxn ang="f464">
                  <a:pos x="f857" y="f858"/>
                </a:cxn>
                <a:cxn ang="f464">
                  <a:pos x="f859" y="f860"/>
                </a:cxn>
                <a:cxn ang="f464">
                  <a:pos x="f861" y="f862"/>
                </a:cxn>
              </a:cxnLst>
              <a:rect l="f729" t="f732" r="f730" b="f731"/>
              <a:pathLst>
                <a:path w="5275533" h="2980757">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lnTo>
                    <a:pt x="f53" y="f54"/>
                  </a:ln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83" y="f84"/>
                  </a:cubicBezTo>
                  <a:cubicBezTo>
                    <a:pt x="f85" y="f86"/>
                    <a:pt x="f87" y="f88"/>
                    <a:pt x="f89" y="f90"/>
                  </a:cubicBezTo>
                  <a:cubicBezTo>
                    <a:pt x="f91" y="f92"/>
                    <a:pt x="f93" y="f94"/>
                    <a:pt x="f95" y="f96"/>
                  </a:cubicBezTo>
                  <a:lnTo>
                    <a:pt x="f97" y="f98"/>
                  </a:lnTo>
                  <a:cubicBezTo>
                    <a:pt x="f99" y="f100"/>
                    <a:pt x="f101" y="f102"/>
                    <a:pt x="f103" y="f104"/>
                  </a:cubicBezTo>
                  <a:cubicBezTo>
                    <a:pt x="f105" y="f106"/>
                    <a:pt x="f107" y="f108"/>
                    <a:pt x="f109" y="f110"/>
                  </a:cubicBezTo>
                  <a:cubicBezTo>
                    <a:pt x="f111" y="f112"/>
                    <a:pt x="f113" y="f114"/>
                    <a:pt x="f115" y="f116"/>
                  </a:cubicBezTo>
                  <a:lnTo>
                    <a:pt x="f117" y="f118"/>
                  </a:lnTo>
                  <a:cubicBezTo>
                    <a:pt x="f119" y="f120"/>
                    <a:pt x="f121" y="f122"/>
                    <a:pt x="f123" y="f124"/>
                  </a:cubicBezTo>
                  <a:lnTo>
                    <a:pt x="f125" y="f126"/>
                  </a:lnTo>
                  <a:cubicBezTo>
                    <a:pt x="f127" y="f128"/>
                    <a:pt x="f129" y="f130"/>
                    <a:pt x="f131" y="f132"/>
                  </a:cubicBezTo>
                  <a:cubicBezTo>
                    <a:pt x="f133" y="f134"/>
                    <a:pt x="f135" y="f136"/>
                    <a:pt x="f137" y="f138"/>
                  </a:cubicBezTo>
                  <a:lnTo>
                    <a:pt x="f139" y="f140"/>
                  </a:lnTo>
                  <a:cubicBezTo>
                    <a:pt x="f141" y="f142"/>
                    <a:pt x="f143" y="f144"/>
                    <a:pt x="f145" y="f146"/>
                  </a:cubicBezTo>
                  <a:cubicBezTo>
                    <a:pt x="f147" y="f148"/>
                    <a:pt x="f149" y="f150"/>
                    <a:pt x="f151" y="f152"/>
                  </a:cubicBezTo>
                  <a:cubicBezTo>
                    <a:pt x="f153" y="f154"/>
                    <a:pt x="f155" y="f156"/>
                    <a:pt x="f157" y="f158"/>
                  </a:cubicBezTo>
                  <a:cubicBezTo>
                    <a:pt x="f159" y="f160"/>
                    <a:pt x="f161" y="f162"/>
                    <a:pt x="f163" y="f164"/>
                  </a:cubicBezTo>
                  <a:cubicBezTo>
                    <a:pt x="f165" y="f166"/>
                    <a:pt x="f167" y="f168"/>
                    <a:pt x="f169" y="f170"/>
                  </a:cubicBezTo>
                  <a:lnTo>
                    <a:pt x="f171" y="f172"/>
                  </a:lnTo>
                  <a:lnTo>
                    <a:pt x="f6" y="f173"/>
                  </a:lnTo>
                  <a:lnTo>
                    <a:pt x="f6" y="f174"/>
                  </a:lnTo>
                  <a:lnTo>
                    <a:pt x="f175" y="f176"/>
                  </a:lnTo>
                  <a:cubicBezTo>
                    <a:pt x="f177" y="f178"/>
                    <a:pt x="f179" y="f180"/>
                    <a:pt x="f181" y="f182"/>
                  </a:cubicBezTo>
                  <a:cubicBezTo>
                    <a:pt x="f183" y="f184"/>
                    <a:pt x="f185" y="f186"/>
                    <a:pt x="f187" y="f188"/>
                  </a:cubicBezTo>
                  <a:cubicBezTo>
                    <a:pt x="f189" y="f190"/>
                    <a:pt x="f191" y="f192"/>
                    <a:pt x="f193" y="f194"/>
                  </a:cubicBezTo>
                  <a:cubicBezTo>
                    <a:pt x="f195" y="f196"/>
                    <a:pt x="f197" y="f198"/>
                    <a:pt x="f199" y="f200"/>
                  </a:cubicBezTo>
                  <a:cubicBezTo>
                    <a:pt x="f201" y="f202"/>
                    <a:pt x="f203" y="f204"/>
                    <a:pt x="f205" y="f206"/>
                  </a:cubicBezTo>
                  <a:cubicBezTo>
                    <a:pt x="f207" y="f208"/>
                    <a:pt x="f209" y="f210"/>
                    <a:pt x="f211" y="f212"/>
                  </a:cubicBezTo>
                  <a:lnTo>
                    <a:pt x="f213" y="f214"/>
                  </a:lnTo>
                  <a:cubicBezTo>
                    <a:pt x="f215" y="f216"/>
                    <a:pt x="f217" y="f218"/>
                    <a:pt x="f219" y="f218"/>
                  </a:cubicBezTo>
                  <a:lnTo>
                    <a:pt x="f220" y="f221"/>
                  </a:lnTo>
                  <a:lnTo>
                    <a:pt x="f222" y="f223"/>
                  </a:lnTo>
                  <a:cubicBezTo>
                    <a:pt x="f224" y="f225"/>
                    <a:pt x="f226" y="f227"/>
                    <a:pt x="f228" y="f229"/>
                  </a:cubicBezTo>
                  <a:cubicBezTo>
                    <a:pt x="f230" y="f231"/>
                    <a:pt x="f232" y="f233"/>
                    <a:pt x="f234" y="f235"/>
                  </a:cubicBezTo>
                  <a:cubicBezTo>
                    <a:pt x="f236" y="f237"/>
                    <a:pt x="f238" y="f239"/>
                    <a:pt x="f240" y="f241"/>
                  </a:cubicBezTo>
                  <a:cubicBezTo>
                    <a:pt x="f242" y="f243"/>
                    <a:pt x="f244" y="f245"/>
                    <a:pt x="f246" y="f247"/>
                  </a:cubicBezTo>
                  <a:cubicBezTo>
                    <a:pt x="f248" y="f249"/>
                    <a:pt x="f250" y="f251"/>
                    <a:pt x="f252" y="f253"/>
                  </a:cubicBezTo>
                  <a:cubicBezTo>
                    <a:pt x="f254" y="f255"/>
                    <a:pt x="f256" y="f257"/>
                    <a:pt x="f258" y="f259"/>
                  </a:cubicBezTo>
                  <a:cubicBezTo>
                    <a:pt x="f260" y="f261"/>
                    <a:pt x="f262" y="f263"/>
                    <a:pt x="f264" y="f265"/>
                  </a:cubicBezTo>
                  <a:cubicBezTo>
                    <a:pt x="f266" y="f267"/>
                    <a:pt x="f268" y="f269"/>
                    <a:pt x="f270" y="f271"/>
                  </a:cubicBezTo>
                  <a:lnTo>
                    <a:pt x="f272" y="f273"/>
                  </a:lnTo>
                  <a:cubicBezTo>
                    <a:pt x="f274" y="f275"/>
                    <a:pt x="f276" y="f277"/>
                    <a:pt x="f278" y="f279"/>
                  </a:cubicBezTo>
                  <a:lnTo>
                    <a:pt x="f280" y="f281"/>
                  </a:lnTo>
                  <a:cubicBezTo>
                    <a:pt x="f282" y="f283"/>
                    <a:pt x="f284" y="f285"/>
                    <a:pt x="f286" y="f287"/>
                  </a:cubicBezTo>
                  <a:cubicBezTo>
                    <a:pt x="f288" y="f289"/>
                    <a:pt x="f290" y="f291"/>
                    <a:pt x="f292" y="f293"/>
                  </a:cubicBezTo>
                  <a:cubicBezTo>
                    <a:pt x="f294" y="f295"/>
                    <a:pt x="f296" y="f297"/>
                    <a:pt x="f298" y="f299"/>
                  </a:cubicBezTo>
                  <a:cubicBezTo>
                    <a:pt x="f300" y="f301"/>
                    <a:pt x="f302" y="f303"/>
                    <a:pt x="f304" y="f305"/>
                  </a:cubicBezTo>
                  <a:cubicBezTo>
                    <a:pt x="f306" y="f307"/>
                    <a:pt x="f308" y="f309"/>
                    <a:pt x="f310" y="f311"/>
                  </a:cubicBezTo>
                  <a:lnTo>
                    <a:pt x="f312" y="f313"/>
                  </a:lnTo>
                  <a:lnTo>
                    <a:pt x="f314" y="f315"/>
                  </a:lnTo>
                  <a:cubicBezTo>
                    <a:pt x="f316" y="f317"/>
                    <a:pt x="f318" y="f319"/>
                    <a:pt x="f320" y="f321"/>
                  </a:cubicBezTo>
                  <a:close/>
                </a:path>
              </a:pathLst>
            </a:custGeom>
            <a:solidFill>
              <a:srgbClr val="FFFFFF">
                <a:alpha val="3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10" name="Freeform: Shape 16">
              <a:extLst>
                <a:ext uri="{FF2B5EF4-FFF2-40B4-BE49-F238E27FC236}">
                  <a16:creationId xmlns:a16="http://schemas.microsoft.com/office/drawing/2014/main" id="{34CF7BD0-B504-7D4D-EA15-F1B82E02BC61}"/>
                </a:ext>
                <a:ext uri="{C183D7F6-B498-43B3-948B-1728B52AA6E4}">
                  <adec:decorative xmlns:adec="http://schemas.microsoft.com/office/drawing/2017/decorative" val="1"/>
                </a:ext>
              </a:extLst>
            </p:cNvPr>
            <p:cNvSpPr/>
            <p:nvPr/>
          </p:nvSpPr>
          <p:spPr>
            <a:xfrm flipH="1">
              <a:off x="-18233" y="-43333"/>
              <a:ext cx="5110499" cy="2392591"/>
            </a:xfrm>
            <a:custGeom>
              <a:avLst/>
              <a:gdLst>
                <a:gd name="f0" fmla="val 10800000"/>
                <a:gd name="f1" fmla="val 5400000"/>
                <a:gd name="f2" fmla="val 180"/>
                <a:gd name="f3" fmla="val w"/>
                <a:gd name="f4" fmla="val h"/>
                <a:gd name="f5" fmla="val 0"/>
                <a:gd name="f6" fmla="val 5270786"/>
                <a:gd name="f7" fmla="val 2927775"/>
                <a:gd name="f8" fmla="val 613805"/>
                <a:gd name="f9" fmla="val 618487"/>
                <a:gd name="f10" fmla="val 85404"/>
                <a:gd name="f11" fmla="val 650052"/>
                <a:gd name="f12" fmla="val 360109"/>
                <a:gd name="f13" fmla="val 792650"/>
                <a:gd name="f14" fmla="val 556543"/>
                <a:gd name="f15" fmla="val 1054084"/>
                <a:gd name="f16" fmla="val 895200"/>
                <a:gd name="f17" fmla="val 1126174"/>
                <a:gd name="f18" fmla="val 988542"/>
                <a:gd name="f19" fmla="val 1200716"/>
                <a:gd name="f20" fmla="val 1085128"/>
                <a:gd name="f21" fmla="val 1276976"/>
                <a:gd name="f22" fmla="val 1191325"/>
                <a:gd name="f23" fmla="val 1859704"/>
                <a:gd name="f24" fmla="val 2002688"/>
                <a:gd name="f25" fmla="val 2485223"/>
                <a:gd name="f26" fmla="val 2348843"/>
                <a:gd name="f27" fmla="val 3368450"/>
                <a:gd name="f28" fmla="val 3948114"/>
                <a:gd name="f29" fmla="val 4373422"/>
                <a:gd name="f30" fmla="val 2066846"/>
                <a:gd name="f31" fmla="val 4956151"/>
                <a:gd name="f32" fmla="val 1636730"/>
                <a:gd name="f33" fmla="val 5021253"/>
                <a:gd name="f34" fmla="val 1588668"/>
                <a:gd name="f35" fmla="val 5086356"/>
                <a:gd name="f36" fmla="val 1541186"/>
                <a:gd name="f37" fmla="val 5149372"/>
                <a:gd name="f38" fmla="val 1495325"/>
                <a:gd name="f39" fmla="val 1406110"/>
                <a:gd name="f40" fmla="val 2138641"/>
                <a:gd name="f41" fmla="val 5112925"/>
                <a:gd name="f42" fmla="val 2253730"/>
                <a:gd name="f43" fmla="val 4598179"/>
                <a:gd name="f44" fmla="val 2621786"/>
                <a:gd name="f45" fmla="val 4074961"/>
                <a:gd name="f46" fmla="val 3368327"/>
                <a:gd name="f47" fmla="val 2170746"/>
                <a:gd name="f48" fmla="val 1393203"/>
                <a:gd name="f49" fmla="val 2384512"/>
                <a:gd name="f50" fmla="val 769646"/>
                <a:gd name="f51" fmla="val 1516288"/>
                <a:gd name="f52" fmla="val 418850"/>
                <a:gd name="f53" fmla="val 1027932"/>
                <a:gd name="f54" fmla="val 48120"/>
                <a:gd name="f55" fmla="val 683401"/>
                <a:gd name="f56" fmla="val 3149"/>
                <a:gd name="f57" fmla="val 85252"/>
                <a:gd name="f58" fmla="+- 0 0 -90"/>
                <a:gd name="f59" fmla="*/ f3 1 5270786"/>
                <a:gd name="f60" fmla="*/ f4 1 2927775"/>
                <a:gd name="f61" fmla="val f5"/>
                <a:gd name="f62" fmla="val f6"/>
                <a:gd name="f63" fmla="val f7"/>
                <a:gd name="f64" fmla="*/ f58 f0 1"/>
                <a:gd name="f65" fmla="+- f63 0 f61"/>
                <a:gd name="f66" fmla="+- f62 0 f61"/>
                <a:gd name="f67" fmla="*/ f64 1 f2"/>
                <a:gd name="f68" fmla="*/ f66 1 5270786"/>
                <a:gd name="f69" fmla="*/ f65 1 2927775"/>
                <a:gd name="f70" fmla="*/ 0 f66 1"/>
                <a:gd name="f71" fmla="*/ 0 f65 1"/>
                <a:gd name="f72" fmla="*/ 613805 f66 1"/>
                <a:gd name="f73" fmla="*/ 618487 f66 1"/>
                <a:gd name="f74" fmla="*/ 85404 f65 1"/>
                <a:gd name="f75" fmla="*/ 1054084 f66 1"/>
                <a:gd name="f76" fmla="*/ 895200 f65 1"/>
                <a:gd name="f77" fmla="*/ 1276976 f66 1"/>
                <a:gd name="f78" fmla="*/ 1191325 f65 1"/>
                <a:gd name="f79" fmla="*/ 3368450 f66 1"/>
                <a:gd name="f80" fmla="*/ 2348843 f65 1"/>
                <a:gd name="f81" fmla="*/ 4956151 f66 1"/>
                <a:gd name="f82" fmla="*/ 1636730 f65 1"/>
                <a:gd name="f83" fmla="*/ 5149372 f66 1"/>
                <a:gd name="f84" fmla="*/ 1495325 f65 1"/>
                <a:gd name="f85" fmla="*/ 5270786 f66 1"/>
                <a:gd name="f86" fmla="*/ 1406110 f65 1"/>
                <a:gd name="f87" fmla="*/ 2138641 f65 1"/>
                <a:gd name="f88" fmla="*/ 5112925 f66 1"/>
                <a:gd name="f89" fmla="*/ 2253730 f65 1"/>
                <a:gd name="f90" fmla="*/ 3368327 f66 1"/>
                <a:gd name="f91" fmla="*/ 2927775 f65 1"/>
                <a:gd name="f92" fmla="*/ 769646 f66 1"/>
                <a:gd name="f93" fmla="*/ 1516288 f65 1"/>
                <a:gd name="f94" fmla="*/ 3149 f66 1"/>
                <a:gd name="f95" fmla="*/ 85252 f65 1"/>
                <a:gd name="f96" fmla="+- f67 0 f1"/>
                <a:gd name="f97" fmla="*/ f70 1 5270786"/>
                <a:gd name="f98" fmla="*/ f71 1 2927775"/>
                <a:gd name="f99" fmla="*/ f72 1 5270786"/>
                <a:gd name="f100" fmla="*/ f73 1 5270786"/>
                <a:gd name="f101" fmla="*/ f74 1 2927775"/>
                <a:gd name="f102" fmla="*/ f75 1 5270786"/>
                <a:gd name="f103" fmla="*/ f76 1 2927775"/>
                <a:gd name="f104" fmla="*/ f77 1 5270786"/>
                <a:gd name="f105" fmla="*/ f78 1 2927775"/>
                <a:gd name="f106" fmla="*/ f79 1 5270786"/>
                <a:gd name="f107" fmla="*/ f80 1 2927775"/>
                <a:gd name="f108" fmla="*/ f81 1 5270786"/>
                <a:gd name="f109" fmla="*/ f82 1 2927775"/>
                <a:gd name="f110" fmla="*/ f83 1 5270786"/>
                <a:gd name="f111" fmla="*/ f84 1 2927775"/>
                <a:gd name="f112" fmla="*/ f85 1 5270786"/>
                <a:gd name="f113" fmla="*/ f86 1 2927775"/>
                <a:gd name="f114" fmla="*/ f87 1 2927775"/>
                <a:gd name="f115" fmla="*/ f88 1 5270786"/>
                <a:gd name="f116" fmla="*/ f89 1 2927775"/>
                <a:gd name="f117" fmla="*/ f90 1 5270786"/>
                <a:gd name="f118" fmla="*/ f91 1 2927775"/>
                <a:gd name="f119" fmla="*/ f92 1 5270786"/>
                <a:gd name="f120" fmla="*/ f93 1 2927775"/>
                <a:gd name="f121" fmla="*/ f94 1 5270786"/>
                <a:gd name="f122" fmla="*/ f95 1 2927775"/>
                <a:gd name="f123" fmla="*/ f61 1 f68"/>
                <a:gd name="f124" fmla="*/ f62 1 f68"/>
                <a:gd name="f125" fmla="*/ f61 1 f69"/>
                <a:gd name="f126" fmla="*/ f63 1 f69"/>
                <a:gd name="f127" fmla="*/ f97 1 f68"/>
                <a:gd name="f128" fmla="*/ f98 1 f69"/>
                <a:gd name="f129" fmla="*/ f99 1 f68"/>
                <a:gd name="f130" fmla="*/ f100 1 f68"/>
                <a:gd name="f131" fmla="*/ f101 1 f69"/>
                <a:gd name="f132" fmla="*/ f102 1 f68"/>
                <a:gd name="f133" fmla="*/ f103 1 f69"/>
                <a:gd name="f134" fmla="*/ f104 1 f68"/>
                <a:gd name="f135" fmla="*/ f105 1 f69"/>
                <a:gd name="f136" fmla="*/ f106 1 f68"/>
                <a:gd name="f137" fmla="*/ f107 1 f69"/>
                <a:gd name="f138" fmla="*/ f108 1 f68"/>
                <a:gd name="f139" fmla="*/ f109 1 f69"/>
                <a:gd name="f140" fmla="*/ f110 1 f68"/>
                <a:gd name="f141" fmla="*/ f111 1 f69"/>
                <a:gd name="f142" fmla="*/ f112 1 f68"/>
                <a:gd name="f143" fmla="*/ f113 1 f69"/>
                <a:gd name="f144" fmla="*/ f114 1 f69"/>
                <a:gd name="f145" fmla="*/ f115 1 f68"/>
                <a:gd name="f146" fmla="*/ f116 1 f69"/>
                <a:gd name="f147" fmla="*/ f117 1 f68"/>
                <a:gd name="f148" fmla="*/ f118 1 f69"/>
                <a:gd name="f149" fmla="*/ f119 1 f68"/>
                <a:gd name="f150" fmla="*/ f120 1 f69"/>
                <a:gd name="f151" fmla="*/ f121 1 f68"/>
                <a:gd name="f152" fmla="*/ f122 1 f69"/>
                <a:gd name="f153" fmla="*/ f123 f59 1"/>
                <a:gd name="f154" fmla="*/ f124 f59 1"/>
                <a:gd name="f155" fmla="*/ f126 f60 1"/>
                <a:gd name="f156" fmla="*/ f125 f60 1"/>
                <a:gd name="f157" fmla="*/ f127 f59 1"/>
                <a:gd name="f158" fmla="*/ f128 f60 1"/>
                <a:gd name="f159" fmla="*/ f129 f59 1"/>
                <a:gd name="f160" fmla="*/ f130 f59 1"/>
                <a:gd name="f161" fmla="*/ f131 f60 1"/>
                <a:gd name="f162" fmla="*/ f132 f59 1"/>
                <a:gd name="f163" fmla="*/ f133 f60 1"/>
                <a:gd name="f164" fmla="*/ f134 f59 1"/>
                <a:gd name="f165" fmla="*/ f135 f60 1"/>
                <a:gd name="f166" fmla="*/ f136 f59 1"/>
                <a:gd name="f167" fmla="*/ f137 f60 1"/>
                <a:gd name="f168" fmla="*/ f138 f59 1"/>
                <a:gd name="f169" fmla="*/ f139 f60 1"/>
                <a:gd name="f170" fmla="*/ f140 f59 1"/>
                <a:gd name="f171" fmla="*/ f141 f60 1"/>
                <a:gd name="f172" fmla="*/ f142 f59 1"/>
                <a:gd name="f173" fmla="*/ f143 f60 1"/>
                <a:gd name="f174" fmla="*/ f144 f60 1"/>
                <a:gd name="f175" fmla="*/ f145 f59 1"/>
                <a:gd name="f176" fmla="*/ f146 f60 1"/>
                <a:gd name="f177" fmla="*/ f147 f59 1"/>
                <a:gd name="f178" fmla="*/ f148 f60 1"/>
                <a:gd name="f179" fmla="*/ f149 f59 1"/>
                <a:gd name="f180" fmla="*/ f150 f60 1"/>
                <a:gd name="f181" fmla="*/ f151 f59 1"/>
                <a:gd name="f182" fmla="*/ f152 f60 1"/>
              </a:gdLst>
              <a:ahLst/>
              <a:cxnLst>
                <a:cxn ang="3cd4">
                  <a:pos x="hc" y="t"/>
                </a:cxn>
                <a:cxn ang="0">
                  <a:pos x="r" y="vc"/>
                </a:cxn>
                <a:cxn ang="cd4">
                  <a:pos x="hc" y="b"/>
                </a:cxn>
                <a:cxn ang="cd2">
                  <a:pos x="l" y="vc"/>
                </a:cxn>
                <a:cxn ang="f96">
                  <a:pos x="f157" y="f158"/>
                </a:cxn>
                <a:cxn ang="f96">
                  <a:pos x="f159" y="f158"/>
                </a:cxn>
                <a:cxn ang="f96">
                  <a:pos x="f160" y="f161"/>
                </a:cxn>
                <a:cxn ang="f96">
                  <a:pos x="f162" y="f163"/>
                </a:cxn>
                <a:cxn ang="f96">
                  <a:pos x="f164" y="f165"/>
                </a:cxn>
                <a:cxn ang="f96">
                  <a:pos x="f166" y="f167"/>
                </a:cxn>
                <a:cxn ang="f96">
                  <a:pos x="f168" y="f169"/>
                </a:cxn>
                <a:cxn ang="f96">
                  <a:pos x="f170" y="f171"/>
                </a:cxn>
                <a:cxn ang="f96">
                  <a:pos x="f172" y="f173"/>
                </a:cxn>
                <a:cxn ang="f96">
                  <a:pos x="f172" y="f174"/>
                </a:cxn>
                <a:cxn ang="f96">
                  <a:pos x="f175" y="f176"/>
                </a:cxn>
                <a:cxn ang="f96">
                  <a:pos x="f177" y="f178"/>
                </a:cxn>
                <a:cxn ang="f96">
                  <a:pos x="f179" y="f180"/>
                </a:cxn>
                <a:cxn ang="f96">
                  <a:pos x="f181" y="f182"/>
                </a:cxn>
              </a:cxnLst>
              <a:rect l="f153" t="f156" r="f154" b="f155"/>
              <a:pathLst>
                <a:path w="5270786" h="2927775">
                  <a:moveTo>
                    <a:pt x="f5" y="f5"/>
                  </a:moveTo>
                  <a:lnTo>
                    <a:pt x="f8" y="f5"/>
                  </a:lnTo>
                  <a:lnTo>
                    <a:pt x="f9" y="f10"/>
                  </a:lnTo>
                  <a:cubicBezTo>
                    <a:pt x="f11" y="f12"/>
                    <a:pt x="f13" y="f14"/>
                    <a:pt x="f15" y="f16"/>
                  </a:cubicBezTo>
                  <a:cubicBezTo>
                    <a:pt x="f17" y="f18"/>
                    <a:pt x="f19" y="f20"/>
                    <a:pt x="f21" y="f22"/>
                  </a:cubicBezTo>
                  <a:cubicBezTo>
                    <a:pt x="f23" y="f24"/>
                    <a:pt x="f25" y="f26"/>
                    <a:pt x="f27" y="f26"/>
                  </a:cubicBezTo>
                  <a:cubicBezTo>
                    <a:pt x="f28" y="f26"/>
                    <a:pt x="f29" y="f30"/>
                    <a:pt x="f31" y="f32"/>
                  </a:cubicBezTo>
                  <a:cubicBezTo>
                    <a:pt x="f33" y="f34"/>
                    <a:pt x="f35" y="f36"/>
                    <a:pt x="f37" y="f38"/>
                  </a:cubicBezTo>
                  <a:lnTo>
                    <a:pt x="f6" y="f39"/>
                  </a:lnTo>
                  <a:lnTo>
                    <a:pt x="f6" y="f40"/>
                  </a:lnTo>
                  <a:lnTo>
                    <a:pt x="f41" y="f42"/>
                  </a:lnTo>
                  <a:cubicBezTo>
                    <a:pt x="f43" y="f44"/>
                    <a:pt x="f45" y="f7"/>
                    <a:pt x="f46" y="f7"/>
                  </a:cubicBezTo>
                  <a:cubicBezTo>
                    <a:pt x="f47" y="f7"/>
                    <a:pt x="f48" y="f49"/>
                    <a:pt x="f50" y="f51"/>
                  </a:cubicBezTo>
                  <a:cubicBezTo>
                    <a:pt x="f52" y="f53"/>
                    <a:pt x="f54" y="f55"/>
                    <a:pt x="f56" y="f57"/>
                  </a:cubicBezTo>
                  <a:close/>
                </a:path>
              </a:pathLst>
            </a:custGeom>
            <a:solidFill>
              <a:srgbClr val="FFFFFF">
                <a:alpha val="3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11" name="Freeform: Shape 17">
              <a:extLst>
                <a:ext uri="{FF2B5EF4-FFF2-40B4-BE49-F238E27FC236}">
                  <a16:creationId xmlns:a16="http://schemas.microsoft.com/office/drawing/2014/main" id="{7B8FF9D2-32BF-059B-C9EA-0B5E6A0A2868}"/>
                </a:ext>
                <a:ext uri="{C183D7F6-B498-43B3-948B-1728B52AA6E4}">
                  <adec:decorative xmlns:adec="http://schemas.microsoft.com/office/drawing/2017/decorative" val="1"/>
                </a:ext>
              </a:extLst>
            </p:cNvPr>
            <p:cNvSpPr/>
            <p:nvPr/>
          </p:nvSpPr>
          <p:spPr>
            <a:xfrm flipH="1">
              <a:off x="-18233" y="-43333"/>
              <a:ext cx="5110499" cy="2392591"/>
            </a:xfrm>
            <a:custGeom>
              <a:avLst/>
              <a:gdLst>
                <a:gd name="f0" fmla="val 10800000"/>
                <a:gd name="f1" fmla="val 5400000"/>
                <a:gd name="f2" fmla="val 180"/>
                <a:gd name="f3" fmla="val w"/>
                <a:gd name="f4" fmla="val h"/>
                <a:gd name="f5" fmla="val 0"/>
                <a:gd name="f6" fmla="val 5270786"/>
                <a:gd name="f7" fmla="val 2927775"/>
                <a:gd name="f8" fmla="val 736294"/>
                <a:gd name="f9" fmla="val 740298"/>
                <a:gd name="f10" fmla="val 72745"/>
                <a:gd name="f11" fmla="val 768839"/>
                <a:gd name="f12" fmla="val 319371"/>
                <a:gd name="f13" fmla="val 898885"/>
                <a:gd name="f14" fmla="val 497858"/>
                <a:gd name="f15" fmla="val 1153024"/>
                <a:gd name="f16" fmla="val 826989"/>
                <a:gd name="f17" fmla="val 1225727"/>
                <a:gd name="f18" fmla="val 921142"/>
                <a:gd name="f19" fmla="val 1300882"/>
                <a:gd name="f20" fmla="val 1018537"/>
                <a:gd name="f21" fmla="val 1378368"/>
                <a:gd name="f22" fmla="val 1126356"/>
                <a:gd name="f23" fmla="val 1652384"/>
                <a:gd name="f24" fmla="val 1507833"/>
                <a:gd name="f25" fmla="val 1933512"/>
                <a:gd name="f26" fmla="val 1779060"/>
                <a:gd name="f27" fmla="val 2238056"/>
                <a:gd name="f28" fmla="val 1955322"/>
                <a:gd name="f29" fmla="val 2560868"/>
                <a:gd name="f30" fmla="val 2142238"/>
                <a:gd name="f31" fmla="val 2930637"/>
                <a:gd name="f32" fmla="val 2233033"/>
                <a:gd name="f33" fmla="val 3368327"/>
                <a:gd name="f34" fmla="val 3616720"/>
                <a:gd name="f35" fmla="val 3847703"/>
                <a:gd name="f36" fmla="val 2176866"/>
                <a:gd name="f37" fmla="val 4095360"/>
                <a:gd name="f38" fmla="val 2056192"/>
                <a:gd name="f39" fmla="val 4349636"/>
                <a:gd name="f40" fmla="val 1932276"/>
                <a:gd name="f41" fmla="val 4601340"/>
                <a:gd name="f42" fmla="val 1751613"/>
                <a:gd name="f43" fmla="val 4880506"/>
                <a:gd name="f44" fmla="val 1545587"/>
                <a:gd name="f45" fmla="val 4945974"/>
                <a:gd name="f46" fmla="val 1497295"/>
                <a:gd name="f47" fmla="val 5011199"/>
                <a:gd name="f48" fmla="val 1449697"/>
                <a:gd name="f49" fmla="val 5074340"/>
                <a:gd name="f50" fmla="val 1403721"/>
                <a:gd name="f51" fmla="val 1259367"/>
                <a:gd name="f52" fmla="val 2138641"/>
                <a:gd name="f53" fmla="val 5112925"/>
                <a:gd name="f54" fmla="val 2253730"/>
                <a:gd name="f55" fmla="val 4598179"/>
                <a:gd name="f56" fmla="val 2621786"/>
                <a:gd name="f57" fmla="val 4074961"/>
                <a:gd name="f58" fmla="val 2170746"/>
                <a:gd name="f59" fmla="val 1393203"/>
                <a:gd name="f60" fmla="val 2384512"/>
                <a:gd name="f61" fmla="val 769646"/>
                <a:gd name="f62" fmla="val 1516288"/>
                <a:gd name="f63" fmla="val 418850"/>
                <a:gd name="f64" fmla="val 1027932"/>
                <a:gd name="f65" fmla="val 48120"/>
                <a:gd name="f66" fmla="val 683401"/>
                <a:gd name="f67" fmla="val 3149"/>
                <a:gd name="f68" fmla="val 85252"/>
                <a:gd name="f69" fmla="+- 0 0 -90"/>
                <a:gd name="f70" fmla="*/ f3 1 5270786"/>
                <a:gd name="f71" fmla="*/ f4 1 2927775"/>
                <a:gd name="f72" fmla="val f5"/>
                <a:gd name="f73" fmla="val f6"/>
                <a:gd name="f74" fmla="val f7"/>
                <a:gd name="f75" fmla="*/ f69 f0 1"/>
                <a:gd name="f76" fmla="+- f74 0 f72"/>
                <a:gd name="f77" fmla="+- f73 0 f72"/>
                <a:gd name="f78" fmla="*/ f75 1 f2"/>
                <a:gd name="f79" fmla="*/ f77 1 5270786"/>
                <a:gd name="f80" fmla="*/ f76 1 2927775"/>
                <a:gd name="f81" fmla="*/ 0 f77 1"/>
                <a:gd name="f82" fmla="*/ 0 f76 1"/>
                <a:gd name="f83" fmla="*/ 736294 f77 1"/>
                <a:gd name="f84" fmla="*/ 740298 f77 1"/>
                <a:gd name="f85" fmla="*/ 72745 f76 1"/>
                <a:gd name="f86" fmla="*/ 1153024 f77 1"/>
                <a:gd name="f87" fmla="*/ 826989 f76 1"/>
                <a:gd name="f88" fmla="*/ 1378368 f77 1"/>
                <a:gd name="f89" fmla="*/ 1126356 f76 1"/>
                <a:gd name="f90" fmla="*/ 2238056 f77 1"/>
                <a:gd name="f91" fmla="*/ 1955322 f76 1"/>
                <a:gd name="f92" fmla="*/ 3368327 f77 1"/>
                <a:gd name="f93" fmla="*/ 2233033 f76 1"/>
                <a:gd name="f94" fmla="*/ 4095360 f77 1"/>
                <a:gd name="f95" fmla="*/ 2056192 f76 1"/>
                <a:gd name="f96" fmla="*/ 4880506 f77 1"/>
                <a:gd name="f97" fmla="*/ 1545587 f76 1"/>
                <a:gd name="f98" fmla="*/ 5074340 f77 1"/>
                <a:gd name="f99" fmla="*/ 1403721 f76 1"/>
                <a:gd name="f100" fmla="*/ 5270786 f77 1"/>
                <a:gd name="f101" fmla="*/ 1259367 f76 1"/>
                <a:gd name="f102" fmla="*/ 2138641 f76 1"/>
                <a:gd name="f103" fmla="*/ 5112925 f77 1"/>
                <a:gd name="f104" fmla="*/ 2253730 f76 1"/>
                <a:gd name="f105" fmla="*/ 2927775 f76 1"/>
                <a:gd name="f106" fmla="*/ 769646 f77 1"/>
                <a:gd name="f107" fmla="*/ 1516288 f76 1"/>
                <a:gd name="f108" fmla="*/ 3149 f77 1"/>
                <a:gd name="f109" fmla="*/ 85252 f76 1"/>
                <a:gd name="f110" fmla="+- f78 0 f1"/>
                <a:gd name="f111" fmla="*/ f81 1 5270786"/>
                <a:gd name="f112" fmla="*/ f82 1 2927775"/>
                <a:gd name="f113" fmla="*/ f83 1 5270786"/>
                <a:gd name="f114" fmla="*/ f84 1 5270786"/>
                <a:gd name="f115" fmla="*/ f85 1 2927775"/>
                <a:gd name="f116" fmla="*/ f86 1 5270786"/>
                <a:gd name="f117" fmla="*/ f87 1 2927775"/>
                <a:gd name="f118" fmla="*/ f88 1 5270786"/>
                <a:gd name="f119" fmla="*/ f89 1 2927775"/>
                <a:gd name="f120" fmla="*/ f90 1 5270786"/>
                <a:gd name="f121" fmla="*/ f91 1 2927775"/>
                <a:gd name="f122" fmla="*/ f92 1 5270786"/>
                <a:gd name="f123" fmla="*/ f93 1 2927775"/>
                <a:gd name="f124" fmla="*/ f94 1 5270786"/>
                <a:gd name="f125" fmla="*/ f95 1 2927775"/>
                <a:gd name="f126" fmla="*/ f96 1 5270786"/>
                <a:gd name="f127" fmla="*/ f97 1 2927775"/>
                <a:gd name="f128" fmla="*/ f98 1 5270786"/>
                <a:gd name="f129" fmla="*/ f99 1 2927775"/>
                <a:gd name="f130" fmla="*/ f100 1 5270786"/>
                <a:gd name="f131" fmla="*/ f101 1 2927775"/>
                <a:gd name="f132" fmla="*/ f102 1 2927775"/>
                <a:gd name="f133" fmla="*/ f103 1 5270786"/>
                <a:gd name="f134" fmla="*/ f104 1 2927775"/>
                <a:gd name="f135" fmla="*/ f105 1 2927775"/>
                <a:gd name="f136" fmla="*/ f106 1 5270786"/>
                <a:gd name="f137" fmla="*/ f107 1 2927775"/>
                <a:gd name="f138" fmla="*/ f108 1 5270786"/>
                <a:gd name="f139" fmla="*/ f109 1 2927775"/>
                <a:gd name="f140" fmla="*/ f72 1 f79"/>
                <a:gd name="f141" fmla="*/ f73 1 f79"/>
                <a:gd name="f142" fmla="*/ f72 1 f80"/>
                <a:gd name="f143" fmla="*/ f74 1 f80"/>
                <a:gd name="f144" fmla="*/ f111 1 f79"/>
                <a:gd name="f145" fmla="*/ f112 1 f80"/>
                <a:gd name="f146" fmla="*/ f113 1 f79"/>
                <a:gd name="f147" fmla="*/ f114 1 f79"/>
                <a:gd name="f148" fmla="*/ f115 1 f80"/>
                <a:gd name="f149" fmla="*/ f116 1 f79"/>
                <a:gd name="f150" fmla="*/ f117 1 f80"/>
                <a:gd name="f151" fmla="*/ f118 1 f79"/>
                <a:gd name="f152" fmla="*/ f119 1 f80"/>
                <a:gd name="f153" fmla="*/ f120 1 f79"/>
                <a:gd name="f154" fmla="*/ f121 1 f80"/>
                <a:gd name="f155" fmla="*/ f122 1 f79"/>
                <a:gd name="f156" fmla="*/ f123 1 f80"/>
                <a:gd name="f157" fmla="*/ f124 1 f79"/>
                <a:gd name="f158" fmla="*/ f125 1 f80"/>
                <a:gd name="f159" fmla="*/ f126 1 f79"/>
                <a:gd name="f160" fmla="*/ f127 1 f80"/>
                <a:gd name="f161" fmla="*/ f128 1 f79"/>
                <a:gd name="f162" fmla="*/ f129 1 f80"/>
                <a:gd name="f163" fmla="*/ f130 1 f79"/>
                <a:gd name="f164" fmla="*/ f131 1 f80"/>
                <a:gd name="f165" fmla="*/ f132 1 f80"/>
                <a:gd name="f166" fmla="*/ f133 1 f79"/>
                <a:gd name="f167" fmla="*/ f134 1 f80"/>
                <a:gd name="f168" fmla="*/ f135 1 f80"/>
                <a:gd name="f169" fmla="*/ f136 1 f79"/>
                <a:gd name="f170" fmla="*/ f137 1 f80"/>
                <a:gd name="f171" fmla="*/ f138 1 f79"/>
                <a:gd name="f172" fmla="*/ f139 1 f80"/>
                <a:gd name="f173" fmla="*/ f140 f70 1"/>
                <a:gd name="f174" fmla="*/ f141 f70 1"/>
                <a:gd name="f175" fmla="*/ f143 f71 1"/>
                <a:gd name="f176" fmla="*/ f142 f71 1"/>
                <a:gd name="f177" fmla="*/ f144 f70 1"/>
                <a:gd name="f178" fmla="*/ f145 f71 1"/>
                <a:gd name="f179" fmla="*/ f146 f70 1"/>
                <a:gd name="f180" fmla="*/ f147 f70 1"/>
                <a:gd name="f181" fmla="*/ f148 f71 1"/>
                <a:gd name="f182" fmla="*/ f149 f70 1"/>
                <a:gd name="f183" fmla="*/ f150 f71 1"/>
                <a:gd name="f184" fmla="*/ f151 f70 1"/>
                <a:gd name="f185" fmla="*/ f152 f71 1"/>
                <a:gd name="f186" fmla="*/ f153 f70 1"/>
                <a:gd name="f187" fmla="*/ f154 f71 1"/>
                <a:gd name="f188" fmla="*/ f155 f70 1"/>
                <a:gd name="f189" fmla="*/ f156 f71 1"/>
                <a:gd name="f190" fmla="*/ f157 f70 1"/>
                <a:gd name="f191" fmla="*/ f158 f71 1"/>
                <a:gd name="f192" fmla="*/ f159 f70 1"/>
                <a:gd name="f193" fmla="*/ f160 f71 1"/>
                <a:gd name="f194" fmla="*/ f161 f70 1"/>
                <a:gd name="f195" fmla="*/ f162 f71 1"/>
                <a:gd name="f196" fmla="*/ f163 f70 1"/>
                <a:gd name="f197" fmla="*/ f164 f71 1"/>
                <a:gd name="f198" fmla="*/ f165 f71 1"/>
                <a:gd name="f199" fmla="*/ f166 f70 1"/>
                <a:gd name="f200" fmla="*/ f167 f71 1"/>
                <a:gd name="f201" fmla="*/ f168 f71 1"/>
                <a:gd name="f202" fmla="*/ f169 f70 1"/>
                <a:gd name="f203" fmla="*/ f170 f71 1"/>
                <a:gd name="f204" fmla="*/ f171 f70 1"/>
                <a:gd name="f205" fmla="*/ f172 f71 1"/>
              </a:gdLst>
              <a:ahLst/>
              <a:cxnLst>
                <a:cxn ang="3cd4">
                  <a:pos x="hc" y="t"/>
                </a:cxn>
                <a:cxn ang="0">
                  <a:pos x="r" y="vc"/>
                </a:cxn>
                <a:cxn ang="cd4">
                  <a:pos x="hc" y="b"/>
                </a:cxn>
                <a:cxn ang="cd2">
                  <a:pos x="l" y="vc"/>
                </a:cxn>
                <a:cxn ang="f110">
                  <a:pos x="f177" y="f178"/>
                </a:cxn>
                <a:cxn ang="f110">
                  <a:pos x="f179" y="f178"/>
                </a:cxn>
                <a:cxn ang="f110">
                  <a:pos x="f180" y="f181"/>
                </a:cxn>
                <a:cxn ang="f110">
                  <a:pos x="f182" y="f183"/>
                </a:cxn>
                <a:cxn ang="f110">
                  <a:pos x="f184" y="f185"/>
                </a:cxn>
                <a:cxn ang="f110">
                  <a:pos x="f186" y="f187"/>
                </a:cxn>
                <a:cxn ang="f110">
                  <a:pos x="f188" y="f189"/>
                </a:cxn>
                <a:cxn ang="f110">
                  <a:pos x="f190" y="f191"/>
                </a:cxn>
                <a:cxn ang="f110">
                  <a:pos x="f192" y="f193"/>
                </a:cxn>
                <a:cxn ang="f110">
                  <a:pos x="f194" y="f195"/>
                </a:cxn>
                <a:cxn ang="f110">
                  <a:pos x="f196" y="f197"/>
                </a:cxn>
                <a:cxn ang="f110">
                  <a:pos x="f196" y="f198"/>
                </a:cxn>
                <a:cxn ang="f110">
                  <a:pos x="f199" y="f200"/>
                </a:cxn>
                <a:cxn ang="f110">
                  <a:pos x="f188" y="f201"/>
                </a:cxn>
                <a:cxn ang="f110">
                  <a:pos x="f202" y="f203"/>
                </a:cxn>
                <a:cxn ang="f110">
                  <a:pos x="f204" y="f205"/>
                </a:cxn>
              </a:cxnLst>
              <a:rect l="f173" t="f176" r="f174" b="f175"/>
              <a:pathLst>
                <a:path w="5270786" h="2927775">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2"/>
                  </a:cubicBezTo>
                  <a:cubicBezTo>
                    <a:pt x="f34" y="f32"/>
                    <a:pt x="f35" y="f36"/>
                    <a:pt x="f37" y="f38"/>
                  </a:cubicBezTo>
                  <a:cubicBezTo>
                    <a:pt x="f39" y="f40"/>
                    <a:pt x="f41" y="f42"/>
                    <a:pt x="f43" y="f44"/>
                  </a:cubicBezTo>
                  <a:cubicBezTo>
                    <a:pt x="f45" y="f46"/>
                    <a:pt x="f47" y="f48"/>
                    <a:pt x="f49" y="f50"/>
                  </a:cubicBezTo>
                  <a:lnTo>
                    <a:pt x="f6" y="f51"/>
                  </a:lnTo>
                  <a:lnTo>
                    <a:pt x="f6" y="f52"/>
                  </a:lnTo>
                  <a:lnTo>
                    <a:pt x="f53" y="f54"/>
                  </a:lnTo>
                  <a:cubicBezTo>
                    <a:pt x="f55" y="f56"/>
                    <a:pt x="f57" y="f7"/>
                    <a:pt x="f33" y="f7"/>
                  </a:cubicBezTo>
                  <a:cubicBezTo>
                    <a:pt x="f58" y="f7"/>
                    <a:pt x="f59" y="f60"/>
                    <a:pt x="f61" y="f62"/>
                  </a:cubicBezTo>
                  <a:cubicBezTo>
                    <a:pt x="f63" y="f64"/>
                    <a:pt x="f65" y="f66"/>
                    <a:pt x="f67" y="f68"/>
                  </a:cubicBezTo>
                  <a:close/>
                </a:path>
              </a:pathLst>
            </a:custGeom>
            <a:solidFill>
              <a:srgbClr val="FFFFFF">
                <a:alpha val="3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grpSp>
      <p:grpSp>
        <p:nvGrpSpPr>
          <p:cNvPr id="12" name="Group 19">
            <a:extLst>
              <a:ext uri="{FF2B5EF4-FFF2-40B4-BE49-F238E27FC236}">
                <a16:creationId xmlns:a16="http://schemas.microsoft.com/office/drawing/2014/main" id="{2BE1B248-CD00-F25F-5FE1-8586EB375CC6}"/>
              </a:ext>
              <a:ext uri="{C183D7F6-B498-43B3-948B-1728B52AA6E4}">
                <adec:decorative xmlns:adec="http://schemas.microsoft.com/office/drawing/2017/decorative" val="1"/>
              </a:ext>
            </a:extLst>
          </p:cNvPr>
          <p:cNvGrpSpPr/>
          <p:nvPr/>
        </p:nvGrpSpPr>
        <p:grpSpPr>
          <a:xfrm>
            <a:off x="9058284" y="4146310"/>
            <a:ext cx="3142399" cy="2716810"/>
            <a:chOff x="9058284" y="4146310"/>
            <a:chExt cx="3142399" cy="2716810"/>
          </a:xfrm>
        </p:grpSpPr>
        <p:sp>
          <p:nvSpPr>
            <p:cNvPr id="13" name="Freeform: Shape 20">
              <a:extLst>
                <a:ext uri="{FF2B5EF4-FFF2-40B4-BE49-F238E27FC236}">
                  <a16:creationId xmlns:a16="http://schemas.microsoft.com/office/drawing/2014/main" id="{FBDB3057-B359-81BA-EFEC-CE9C9D981B96}"/>
                </a:ext>
                <a:ext uri="{C183D7F6-B498-43B3-948B-1728B52AA6E4}">
                  <adec:decorative xmlns:adec="http://schemas.microsoft.com/office/drawing/2017/decorative" val="1"/>
                </a:ext>
              </a:extLst>
            </p:cNvPr>
            <p:cNvSpPr/>
            <p:nvPr/>
          </p:nvSpPr>
          <p:spPr>
            <a:xfrm rot="10799991">
              <a:off x="9058284" y="4146310"/>
              <a:ext cx="3142399" cy="2711616"/>
            </a:xfrm>
            <a:custGeom>
              <a:avLst/>
              <a:gdLst>
                <a:gd name="f0" fmla="val 10800000"/>
                <a:gd name="f1" fmla="val 5400000"/>
                <a:gd name="f2" fmla="val 180"/>
                <a:gd name="f3" fmla="val w"/>
                <a:gd name="f4" fmla="val h"/>
                <a:gd name="f5" fmla="val 0"/>
                <a:gd name="f6" fmla="val 2514948"/>
                <a:gd name="f7" fmla="val 2170178"/>
                <a:gd name="f8" fmla="val 2466091"/>
                <a:gd name="f9" fmla="val 2512286"/>
                <a:gd name="f10" fmla="val 12375"/>
                <a:gd name="f11" fmla="val 2481760"/>
                <a:gd name="f12" fmla="val 133161"/>
                <a:gd name="f13" fmla="val 2442526"/>
                <a:gd name="f14" fmla="val 252239"/>
                <a:gd name="f15" fmla="val 2394961"/>
                <a:gd name="f16" fmla="val 368660"/>
                <a:gd name="f17" fmla="val 2363109"/>
                <a:gd name="f18" fmla="val 446208"/>
                <a:gd name="f19" fmla="val 2328603"/>
                <a:gd name="f20" fmla="val 523039"/>
                <a:gd name="f21" fmla="val 2289734"/>
                <a:gd name="f22" fmla="val 598078"/>
                <a:gd name="f23" fmla="val 2251436"/>
                <a:gd name="f24" fmla="val 673387"/>
                <a:gd name="f25" fmla="val 2209251"/>
                <a:gd name="f26" fmla="val 747083"/>
                <a:gd name="f27" fmla="val 2163747"/>
                <a:gd name="f28" fmla="val 819078"/>
                <a:gd name="f29" fmla="val 2072646"/>
                <a:gd name="f30" fmla="val 962979"/>
                <a:gd name="f31" fmla="val 1968652"/>
                <a:gd name="f32" fmla="val 1100611"/>
                <a:gd name="f33" fmla="val 1852241"/>
                <a:gd name="f34" fmla="val 1228932"/>
                <a:gd name="f35" fmla="val 1793748"/>
                <a:gd name="f36" fmla="val 1292868"/>
                <a:gd name="f37" fmla="val 1732698"/>
                <a:gd name="f38" fmla="val 1354923"/>
                <a:gd name="f39" fmla="val 1668235"/>
                <a:gd name="f40" fmla="val 1413844"/>
                <a:gd name="f41" fmla="val 1652214"/>
                <a:gd name="f42" fmla="val 1428709"/>
                <a:gd name="f43" fmla="val 1636100"/>
                <a:gd name="f44" fmla="val 1443395"/>
                <a:gd name="f45" fmla="val 1619510"/>
                <a:gd name="f46" fmla="val 1457722"/>
                <a:gd name="f47" fmla="val 1603015"/>
                <a:gd name="f48" fmla="val 1472140"/>
                <a:gd name="f49" fmla="val 1586805"/>
                <a:gd name="f50" fmla="val 1486825"/>
                <a:gd name="f51" fmla="val 1569835"/>
                <a:gd name="f52" fmla="val 1500704"/>
                <a:gd name="f53" fmla="val 1536276"/>
                <a:gd name="f54" fmla="val 1528911"/>
                <a:gd name="f55" fmla="val 1501865"/>
                <a:gd name="f56" fmla="val 1556223"/>
                <a:gd name="f57" fmla="val 1467169"/>
                <a:gd name="f58" fmla="val 1583266"/>
                <a:gd name="f59" fmla="val 1327719"/>
                <a:gd name="f60" fmla="val 1690722"/>
                <a:gd name="f61" fmla="val 1177085"/>
                <a:gd name="f62" fmla="val 1785910"/>
                <a:gd name="f63" fmla="val 1018393"/>
                <a:gd name="f64" fmla="val 1867576"/>
                <a:gd name="f65" fmla="val 780425"/>
                <a:gd name="f66" fmla="val 1990142"/>
                <a:gd name="f67" fmla="val 522567"/>
                <a:gd name="f68" fmla="val 2080875"/>
                <a:gd name="f69" fmla="val 255857"/>
                <a:gd name="f70" fmla="val 2133049"/>
                <a:gd name="f71" fmla="val 1940056"/>
                <a:gd name="f72" fmla="val 201609"/>
                <a:gd name="f73" fmla="val 1902856"/>
                <a:gd name="f74" fmla="val 282186"/>
                <a:gd name="f75" fmla="val 1884231"/>
                <a:gd name="f76" fmla="val 362102"/>
                <a:gd name="f77" fmla="val 1863008"/>
                <a:gd name="f78" fmla="val 440974"/>
                <a:gd name="f79" fmla="val 1838472"/>
                <a:gd name="f80" fmla="val 519848"/>
                <a:gd name="f81" fmla="val 1814027"/>
                <a:gd name="f82" fmla="val 597771"/>
                <a:gd name="f83" fmla="val 1786627"/>
                <a:gd name="f84" fmla="val 674558"/>
                <a:gd name="f85" fmla="val 1756359"/>
                <a:gd name="f86" fmla="val 751250"/>
                <a:gd name="f87" fmla="val 1726003"/>
                <a:gd name="f88" fmla="val 826900"/>
                <a:gd name="f89" fmla="val 1692870"/>
                <a:gd name="f90" fmla="val 901222"/>
                <a:gd name="f91" fmla="val 1657142"/>
                <a:gd name="f92" fmla="val 1049865"/>
                <a:gd name="f93" fmla="val 1585774"/>
                <a:gd name="f94" fmla="val 1193581"/>
                <a:gd name="f95" fmla="val 1504376"/>
                <a:gd name="f96" fmla="val 1330943"/>
                <a:gd name="f97" fmla="val 1413396"/>
                <a:gd name="f98" fmla="val 1365165"/>
                <a:gd name="f99" fmla="val 1390563"/>
                <a:gd name="f100" fmla="val 1399293"/>
                <a:gd name="f101" fmla="val 1367370"/>
                <a:gd name="f102" fmla="val 1432566"/>
                <a:gd name="f103" fmla="val 1343193"/>
                <a:gd name="f104" fmla="val 1449441"/>
                <a:gd name="f105" fmla="val 1331373"/>
                <a:gd name="f106" fmla="val 1465936"/>
                <a:gd name="f107" fmla="val 1319104"/>
                <a:gd name="f108" fmla="val 1482527"/>
                <a:gd name="f109" fmla="val 1306926"/>
                <a:gd name="f110" fmla="val 1499210"/>
                <a:gd name="f111" fmla="val 1294837"/>
                <a:gd name="f112" fmla="val 1515611"/>
                <a:gd name="f113" fmla="val 1282391"/>
                <a:gd name="f114" fmla="val 1531821"/>
                <a:gd name="f115" fmla="val 1269765"/>
                <a:gd name="f116" fmla="val 1596947"/>
                <a:gd name="f117" fmla="val 1219350"/>
                <a:gd name="f118" fmla="val 1660652"/>
                <a:gd name="f119" fmla="val 1167055"/>
                <a:gd name="f120" fmla="val 1721986"/>
                <a:gd name="f121" fmla="val 1112073"/>
                <a:gd name="f122" fmla="val 1844940"/>
                <a:gd name="f123" fmla="val 1002469"/>
                <a:gd name="f124" fmla="val 1958983"/>
                <a:gd name="f125" fmla="val 882926"/>
                <a:gd name="f126" fmla="val 2061460"/>
                <a:gd name="f127" fmla="val 754336"/>
                <a:gd name="f128" fmla="val 2112652"/>
                <a:gd name="f129" fmla="val 690042"/>
                <a:gd name="f130" fmla="val 2161094"/>
                <a:gd name="f131" fmla="val 623510"/>
                <a:gd name="f132" fmla="val 2206218"/>
                <a:gd name="f133" fmla="val 554827"/>
                <a:gd name="f134" fmla="val 2250583"/>
                <a:gd name="f135" fmla="val 485787"/>
                <a:gd name="f136" fmla="val 2292484"/>
                <a:gd name="f137" fmla="val 415046"/>
                <a:gd name="f138" fmla="val 2329455"/>
                <a:gd name="f139" fmla="val 341886"/>
                <a:gd name="f140" fmla="val 2339030"/>
                <a:gd name="f141" fmla="val 323709"/>
                <a:gd name="f142" fmla="val 2347941"/>
                <a:gd name="f143" fmla="val 305261"/>
                <a:gd name="f144" fmla="val 2356757"/>
                <a:gd name="f145" fmla="val 286815"/>
                <a:gd name="f146" fmla="val 2370030"/>
                <a:gd name="f147" fmla="val 259056"/>
                <a:gd name="f148" fmla="val 2382637"/>
                <a:gd name="f149" fmla="val 231028"/>
                <a:gd name="f150" fmla="val 2390885"/>
                <a:gd name="f151" fmla="val 212312"/>
                <a:gd name="f152" fmla="val 2399227"/>
                <a:gd name="f153" fmla="val 193598"/>
                <a:gd name="f154" fmla="val 2406716"/>
                <a:gd name="f155" fmla="val 174525"/>
                <a:gd name="f156" fmla="val 2414206"/>
                <a:gd name="f157" fmla="val 155452"/>
                <a:gd name="f158" fmla="val 2422453"/>
                <a:gd name="f159" fmla="val 136646"/>
                <a:gd name="f160" fmla="val 2429278"/>
                <a:gd name="f161" fmla="val 117393"/>
                <a:gd name="f162" fmla="+- 0 0 -90"/>
                <a:gd name="f163" fmla="*/ f3 1 2514948"/>
                <a:gd name="f164" fmla="*/ f4 1 2170178"/>
                <a:gd name="f165" fmla="val f5"/>
                <a:gd name="f166" fmla="val f6"/>
                <a:gd name="f167" fmla="val f7"/>
                <a:gd name="f168" fmla="*/ f162 f0 1"/>
                <a:gd name="f169" fmla="+- f167 0 f165"/>
                <a:gd name="f170" fmla="+- f166 0 f165"/>
                <a:gd name="f171" fmla="*/ f168 1 f2"/>
                <a:gd name="f172" fmla="*/ f170 1 2514948"/>
                <a:gd name="f173" fmla="*/ f169 1 2170178"/>
                <a:gd name="f174" fmla="*/ 2466091 f170 1"/>
                <a:gd name="f175" fmla="*/ 0 f169 1"/>
                <a:gd name="f176" fmla="*/ 2514948 f170 1"/>
                <a:gd name="f177" fmla="*/ 2512286 f170 1"/>
                <a:gd name="f178" fmla="*/ 12375 f169 1"/>
                <a:gd name="f179" fmla="*/ 2394961 f170 1"/>
                <a:gd name="f180" fmla="*/ 368660 f169 1"/>
                <a:gd name="f181" fmla="*/ 2289734 f170 1"/>
                <a:gd name="f182" fmla="*/ 598078 f169 1"/>
                <a:gd name="f183" fmla="*/ 2163747 f170 1"/>
                <a:gd name="f184" fmla="*/ 819078 f169 1"/>
                <a:gd name="f185" fmla="*/ 1852241 f170 1"/>
                <a:gd name="f186" fmla="*/ 1228932 f169 1"/>
                <a:gd name="f187" fmla="*/ 1668235 f170 1"/>
                <a:gd name="f188" fmla="*/ 1413844 f169 1"/>
                <a:gd name="f189" fmla="*/ 1619510 f170 1"/>
                <a:gd name="f190" fmla="*/ 1457722 f169 1"/>
                <a:gd name="f191" fmla="*/ 1569835 f170 1"/>
                <a:gd name="f192" fmla="*/ 1500704 f169 1"/>
                <a:gd name="f193" fmla="*/ 1467169 f170 1"/>
                <a:gd name="f194" fmla="*/ 1583266 f169 1"/>
                <a:gd name="f195" fmla="*/ 1018393 f170 1"/>
                <a:gd name="f196" fmla="*/ 1867576 f169 1"/>
                <a:gd name="f197" fmla="*/ 255857 f170 1"/>
                <a:gd name="f198" fmla="*/ 2133049 f169 1"/>
                <a:gd name="f199" fmla="*/ 0 f170 1"/>
                <a:gd name="f200" fmla="*/ 2170178 f169 1"/>
                <a:gd name="f201" fmla="*/ 1940056 f169 1"/>
                <a:gd name="f202" fmla="*/ 201609 f170 1"/>
                <a:gd name="f203" fmla="*/ 1902856 f169 1"/>
                <a:gd name="f204" fmla="*/ 440974 f170 1"/>
                <a:gd name="f205" fmla="*/ 1838472 f169 1"/>
                <a:gd name="f206" fmla="*/ 674558 f170 1"/>
                <a:gd name="f207" fmla="*/ 1756359 f169 1"/>
                <a:gd name="f208" fmla="*/ 901222 f170 1"/>
                <a:gd name="f209" fmla="*/ 1657142 f169 1"/>
                <a:gd name="f210" fmla="*/ 1330943 f170 1"/>
                <a:gd name="f211" fmla="*/ 1413396 f169 1"/>
                <a:gd name="f212" fmla="*/ 1432566 f170 1"/>
                <a:gd name="f213" fmla="*/ 1343193 f169 1"/>
                <a:gd name="f214" fmla="*/ 1482527 f170 1"/>
                <a:gd name="f215" fmla="*/ 1306926 f169 1"/>
                <a:gd name="f216" fmla="*/ 1531821 f170 1"/>
                <a:gd name="f217" fmla="*/ 1269765 f169 1"/>
                <a:gd name="f218" fmla="*/ 1721986 f170 1"/>
                <a:gd name="f219" fmla="*/ 1112073 f169 1"/>
                <a:gd name="f220" fmla="*/ 2061460 f170 1"/>
                <a:gd name="f221" fmla="*/ 754336 f169 1"/>
                <a:gd name="f222" fmla="*/ 2206218 f170 1"/>
                <a:gd name="f223" fmla="*/ 554827 f169 1"/>
                <a:gd name="f224" fmla="*/ 2329455 f170 1"/>
                <a:gd name="f225" fmla="*/ 341886 f169 1"/>
                <a:gd name="f226" fmla="*/ 2356757 f170 1"/>
                <a:gd name="f227" fmla="*/ 286815 f169 1"/>
                <a:gd name="f228" fmla="*/ 2370030 f170 1"/>
                <a:gd name="f229" fmla="*/ 259056 f169 1"/>
                <a:gd name="f230" fmla="*/ 2382637 f170 1"/>
                <a:gd name="f231" fmla="*/ 231028 f169 1"/>
                <a:gd name="f232" fmla="*/ 2406716 f170 1"/>
                <a:gd name="f233" fmla="*/ 174525 f169 1"/>
                <a:gd name="f234" fmla="*/ 2429278 f170 1"/>
                <a:gd name="f235" fmla="*/ 117393 f169 1"/>
                <a:gd name="f236" fmla="+- f171 0 f1"/>
                <a:gd name="f237" fmla="*/ f174 1 2514948"/>
                <a:gd name="f238" fmla="*/ f175 1 2170178"/>
                <a:gd name="f239" fmla="*/ f176 1 2514948"/>
                <a:gd name="f240" fmla="*/ f177 1 2514948"/>
                <a:gd name="f241" fmla="*/ f178 1 2170178"/>
                <a:gd name="f242" fmla="*/ f179 1 2514948"/>
                <a:gd name="f243" fmla="*/ f180 1 2170178"/>
                <a:gd name="f244" fmla="*/ f181 1 2514948"/>
                <a:gd name="f245" fmla="*/ f182 1 2170178"/>
                <a:gd name="f246" fmla="*/ f183 1 2514948"/>
                <a:gd name="f247" fmla="*/ f184 1 2170178"/>
                <a:gd name="f248" fmla="*/ f185 1 2514948"/>
                <a:gd name="f249" fmla="*/ f186 1 2170178"/>
                <a:gd name="f250" fmla="*/ f187 1 2514948"/>
                <a:gd name="f251" fmla="*/ f188 1 2170178"/>
                <a:gd name="f252" fmla="*/ f189 1 2514948"/>
                <a:gd name="f253" fmla="*/ f190 1 2170178"/>
                <a:gd name="f254" fmla="*/ f191 1 2514948"/>
                <a:gd name="f255" fmla="*/ f192 1 2170178"/>
                <a:gd name="f256" fmla="*/ f193 1 2514948"/>
                <a:gd name="f257" fmla="*/ f194 1 2170178"/>
                <a:gd name="f258" fmla="*/ f195 1 2514948"/>
                <a:gd name="f259" fmla="*/ f196 1 2170178"/>
                <a:gd name="f260" fmla="*/ f197 1 2514948"/>
                <a:gd name="f261" fmla="*/ f198 1 2170178"/>
                <a:gd name="f262" fmla="*/ f199 1 2514948"/>
                <a:gd name="f263" fmla="*/ f200 1 2170178"/>
                <a:gd name="f264" fmla="*/ f201 1 2170178"/>
                <a:gd name="f265" fmla="*/ f202 1 2514948"/>
                <a:gd name="f266" fmla="*/ f203 1 2170178"/>
                <a:gd name="f267" fmla="*/ f204 1 2514948"/>
                <a:gd name="f268" fmla="*/ f205 1 2170178"/>
                <a:gd name="f269" fmla="*/ f206 1 2514948"/>
                <a:gd name="f270" fmla="*/ f207 1 2170178"/>
                <a:gd name="f271" fmla="*/ f208 1 2514948"/>
                <a:gd name="f272" fmla="*/ f209 1 2170178"/>
                <a:gd name="f273" fmla="*/ f210 1 2514948"/>
                <a:gd name="f274" fmla="*/ f211 1 2170178"/>
                <a:gd name="f275" fmla="*/ f212 1 2514948"/>
                <a:gd name="f276" fmla="*/ f213 1 2170178"/>
                <a:gd name="f277" fmla="*/ f214 1 2514948"/>
                <a:gd name="f278" fmla="*/ f215 1 2170178"/>
                <a:gd name="f279" fmla="*/ f216 1 2514948"/>
                <a:gd name="f280" fmla="*/ f217 1 2170178"/>
                <a:gd name="f281" fmla="*/ f218 1 2514948"/>
                <a:gd name="f282" fmla="*/ f219 1 2170178"/>
                <a:gd name="f283" fmla="*/ f220 1 2514948"/>
                <a:gd name="f284" fmla="*/ f221 1 2170178"/>
                <a:gd name="f285" fmla="*/ f222 1 2514948"/>
                <a:gd name="f286" fmla="*/ f223 1 2170178"/>
                <a:gd name="f287" fmla="*/ f224 1 2514948"/>
                <a:gd name="f288" fmla="*/ f225 1 2170178"/>
                <a:gd name="f289" fmla="*/ f226 1 2514948"/>
                <a:gd name="f290" fmla="*/ f227 1 2170178"/>
                <a:gd name="f291" fmla="*/ f228 1 2514948"/>
                <a:gd name="f292" fmla="*/ f229 1 2170178"/>
                <a:gd name="f293" fmla="*/ f230 1 2514948"/>
                <a:gd name="f294" fmla="*/ f231 1 2170178"/>
                <a:gd name="f295" fmla="*/ f232 1 2514948"/>
                <a:gd name="f296" fmla="*/ f233 1 2170178"/>
                <a:gd name="f297" fmla="*/ f234 1 2514948"/>
                <a:gd name="f298" fmla="*/ f235 1 2170178"/>
                <a:gd name="f299" fmla="*/ f165 1 f172"/>
                <a:gd name="f300" fmla="*/ f166 1 f172"/>
                <a:gd name="f301" fmla="*/ f165 1 f173"/>
                <a:gd name="f302" fmla="*/ f167 1 f173"/>
                <a:gd name="f303" fmla="*/ f237 1 f172"/>
                <a:gd name="f304" fmla="*/ f238 1 f173"/>
                <a:gd name="f305" fmla="*/ f239 1 f172"/>
                <a:gd name="f306" fmla="*/ f240 1 f172"/>
                <a:gd name="f307" fmla="*/ f241 1 f173"/>
                <a:gd name="f308" fmla="*/ f242 1 f172"/>
                <a:gd name="f309" fmla="*/ f243 1 f173"/>
                <a:gd name="f310" fmla="*/ f244 1 f172"/>
                <a:gd name="f311" fmla="*/ f245 1 f173"/>
                <a:gd name="f312" fmla="*/ f246 1 f172"/>
                <a:gd name="f313" fmla="*/ f247 1 f173"/>
                <a:gd name="f314" fmla="*/ f248 1 f172"/>
                <a:gd name="f315" fmla="*/ f249 1 f173"/>
                <a:gd name="f316" fmla="*/ f250 1 f172"/>
                <a:gd name="f317" fmla="*/ f251 1 f173"/>
                <a:gd name="f318" fmla="*/ f252 1 f172"/>
                <a:gd name="f319" fmla="*/ f253 1 f173"/>
                <a:gd name="f320" fmla="*/ f254 1 f172"/>
                <a:gd name="f321" fmla="*/ f255 1 f173"/>
                <a:gd name="f322" fmla="*/ f256 1 f172"/>
                <a:gd name="f323" fmla="*/ f257 1 f173"/>
                <a:gd name="f324" fmla="*/ f258 1 f172"/>
                <a:gd name="f325" fmla="*/ f259 1 f173"/>
                <a:gd name="f326" fmla="*/ f260 1 f172"/>
                <a:gd name="f327" fmla="*/ f261 1 f173"/>
                <a:gd name="f328" fmla="*/ f262 1 f172"/>
                <a:gd name="f329" fmla="*/ f263 1 f173"/>
                <a:gd name="f330" fmla="*/ f264 1 f173"/>
                <a:gd name="f331" fmla="*/ f265 1 f172"/>
                <a:gd name="f332" fmla="*/ f266 1 f173"/>
                <a:gd name="f333" fmla="*/ f267 1 f172"/>
                <a:gd name="f334" fmla="*/ f268 1 f173"/>
                <a:gd name="f335" fmla="*/ f269 1 f172"/>
                <a:gd name="f336" fmla="*/ f270 1 f173"/>
                <a:gd name="f337" fmla="*/ f271 1 f172"/>
                <a:gd name="f338" fmla="*/ f272 1 f173"/>
                <a:gd name="f339" fmla="*/ f273 1 f172"/>
                <a:gd name="f340" fmla="*/ f274 1 f173"/>
                <a:gd name="f341" fmla="*/ f275 1 f172"/>
                <a:gd name="f342" fmla="*/ f276 1 f173"/>
                <a:gd name="f343" fmla="*/ f277 1 f172"/>
                <a:gd name="f344" fmla="*/ f278 1 f173"/>
                <a:gd name="f345" fmla="*/ f279 1 f172"/>
                <a:gd name="f346" fmla="*/ f280 1 f173"/>
                <a:gd name="f347" fmla="*/ f281 1 f172"/>
                <a:gd name="f348" fmla="*/ f282 1 f173"/>
                <a:gd name="f349" fmla="*/ f283 1 f172"/>
                <a:gd name="f350" fmla="*/ f284 1 f173"/>
                <a:gd name="f351" fmla="*/ f285 1 f172"/>
                <a:gd name="f352" fmla="*/ f286 1 f173"/>
                <a:gd name="f353" fmla="*/ f287 1 f172"/>
                <a:gd name="f354" fmla="*/ f288 1 f173"/>
                <a:gd name="f355" fmla="*/ f289 1 f172"/>
                <a:gd name="f356" fmla="*/ f290 1 f173"/>
                <a:gd name="f357" fmla="*/ f291 1 f172"/>
                <a:gd name="f358" fmla="*/ f292 1 f173"/>
                <a:gd name="f359" fmla="*/ f293 1 f172"/>
                <a:gd name="f360" fmla="*/ f294 1 f173"/>
                <a:gd name="f361" fmla="*/ f295 1 f172"/>
                <a:gd name="f362" fmla="*/ f296 1 f173"/>
                <a:gd name="f363" fmla="*/ f297 1 f172"/>
                <a:gd name="f364" fmla="*/ f298 1 f173"/>
                <a:gd name="f365" fmla="*/ f299 f163 1"/>
                <a:gd name="f366" fmla="*/ f300 f163 1"/>
                <a:gd name="f367" fmla="*/ f302 f164 1"/>
                <a:gd name="f368" fmla="*/ f301 f164 1"/>
                <a:gd name="f369" fmla="*/ f303 f163 1"/>
                <a:gd name="f370" fmla="*/ f304 f164 1"/>
                <a:gd name="f371" fmla="*/ f305 f163 1"/>
                <a:gd name="f372" fmla="*/ f306 f163 1"/>
                <a:gd name="f373" fmla="*/ f307 f164 1"/>
                <a:gd name="f374" fmla="*/ f308 f163 1"/>
                <a:gd name="f375" fmla="*/ f309 f164 1"/>
                <a:gd name="f376" fmla="*/ f310 f163 1"/>
                <a:gd name="f377" fmla="*/ f311 f164 1"/>
                <a:gd name="f378" fmla="*/ f312 f163 1"/>
                <a:gd name="f379" fmla="*/ f313 f164 1"/>
                <a:gd name="f380" fmla="*/ f314 f163 1"/>
                <a:gd name="f381" fmla="*/ f315 f164 1"/>
                <a:gd name="f382" fmla="*/ f316 f163 1"/>
                <a:gd name="f383" fmla="*/ f317 f164 1"/>
                <a:gd name="f384" fmla="*/ f318 f163 1"/>
                <a:gd name="f385" fmla="*/ f319 f164 1"/>
                <a:gd name="f386" fmla="*/ f320 f163 1"/>
                <a:gd name="f387" fmla="*/ f321 f164 1"/>
                <a:gd name="f388" fmla="*/ f322 f163 1"/>
                <a:gd name="f389" fmla="*/ f323 f164 1"/>
                <a:gd name="f390" fmla="*/ f324 f163 1"/>
                <a:gd name="f391" fmla="*/ f325 f164 1"/>
                <a:gd name="f392" fmla="*/ f326 f163 1"/>
                <a:gd name="f393" fmla="*/ f327 f164 1"/>
                <a:gd name="f394" fmla="*/ f328 f163 1"/>
                <a:gd name="f395" fmla="*/ f329 f164 1"/>
                <a:gd name="f396" fmla="*/ f330 f164 1"/>
                <a:gd name="f397" fmla="*/ f331 f163 1"/>
                <a:gd name="f398" fmla="*/ f332 f164 1"/>
                <a:gd name="f399" fmla="*/ f333 f163 1"/>
                <a:gd name="f400" fmla="*/ f334 f164 1"/>
                <a:gd name="f401" fmla="*/ f335 f163 1"/>
                <a:gd name="f402" fmla="*/ f336 f164 1"/>
                <a:gd name="f403" fmla="*/ f337 f163 1"/>
                <a:gd name="f404" fmla="*/ f338 f164 1"/>
                <a:gd name="f405" fmla="*/ f339 f163 1"/>
                <a:gd name="f406" fmla="*/ f340 f164 1"/>
                <a:gd name="f407" fmla="*/ f341 f163 1"/>
                <a:gd name="f408" fmla="*/ f342 f164 1"/>
                <a:gd name="f409" fmla="*/ f343 f163 1"/>
                <a:gd name="f410" fmla="*/ f344 f164 1"/>
                <a:gd name="f411" fmla="*/ f345 f163 1"/>
                <a:gd name="f412" fmla="*/ f346 f164 1"/>
                <a:gd name="f413" fmla="*/ f347 f163 1"/>
                <a:gd name="f414" fmla="*/ f348 f164 1"/>
                <a:gd name="f415" fmla="*/ f349 f163 1"/>
                <a:gd name="f416" fmla="*/ f350 f164 1"/>
                <a:gd name="f417" fmla="*/ f351 f163 1"/>
                <a:gd name="f418" fmla="*/ f352 f164 1"/>
                <a:gd name="f419" fmla="*/ f353 f163 1"/>
                <a:gd name="f420" fmla="*/ f354 f164 1"/>
                <a:gd name="f421" fmla="*/ f355 f163 1"/>
                <a:gd name="f422" fmla="*/ f356 f164 1"/>
                <a:gd name="f423" fmla="*/ f357 f163 1"/>
                <a:gd name="f424" fmla="*/ f358 f164 1"/>
                <a:gd name="f425" fmla="*/ f359 f163 1"/>
                <a:gd name="f426" fmla="*/ f360 f164 1"/>
                <a:gd name="f427" fmla="*/ f361 f163 1"/>
                <a:gd name="f428" fmla="*/ f362 f164 1"/>
                <a:gd name="f429" fmla="*/ f363 f163 1"/>
                <a:gd name="f430" fmla="*/ f364 f164 1"/>
              </a:gdLst>
              <a:ahLst/>
              <a:cxnLst>
                <a:cxn ang="3cd4">
                  <a:pos x="hc" y="t"/>
                </a:cxn>
                <a:cxn ang="0">
                  <a:pos x="r" y="vc"/>
                </a:cxn>
                <a:cxn ang="cd4">
                  <a:pos x="hc" y="b"/>
                </a:cxn>
                <a:cxn ang="cd2">
                  <a:pos x="l" y="vc"/>
                </a:cxn>
                <a:cxn ang="f236">
                  <a:pos x="f369" y="f370"/>
                </a:cxn>
                <a:cxn ang="f236">
                  <a:pos x="f371" y="f370"/>
                </a:cxn>
                <a:cxn ang="f236">
                  <a:pos x="f372" y="f373"/>
                </a:cxn>
                <a:cxn ang="f236">
                  <a:pos x="f374" y="f375"/>
                </a:cxn>
                <a:cxn ang="f236">
                  <a:pos x="f376" y="f377"/>
                </a:cxn>
                <a:cxn ang="f236">
                  <a:pos x="f378" y="f379"/>
                </a:cxn>
                <a:cxn ang="f236">
                  <a:pos x="f380" y="f381"/>
                </a:cxn>
                <a:cxn ang="f236">
                  <a:pos x="f382" y="f383"/>
                </a:cxn>
                <a:cxn ang="f236">
                  <a:pos x="f384" y="f385"/>
                </a:cxn>
                <a:cxn ang="f236">
                  <a:pos x="f386" y="f387"/>
                </a:cxn>
                <a:cxn ang="f236">
                  <a:pos x="f388" y="f389"/>
                </a:cxn>
                <a:cxn ang="f236">
                  <a:pos x="f390" y="f391"/>
                </a:cxn>
                <a:cxn ang="f236">
                  <a:pos x="f392" y="f393"/>
                </a:cxn>
                <a:cxn ang="f236">
                  <a:pos x="f394" y="f395"/>
                </a:cxn>
                <a:cxn ang="f236">
                  <a:pos x="f394" y="f396"/>
                </a:cxn>
                <a:cxn ang="f236">
                  <a:pos x="f397" y="f398"/>
                </a:cxn>
                <a:cxn ang="f236">
                  <a:pos x="f399" y="f400"/>
                </a:cxn>
                <a:cxn ang="f236">
                  <a:pos x="f401" y="f402"/>
                </a:cxn>
                <a:cxn ang="f236">
                  <a:pos x="f403" y="f404"/>
                </a:cxn>
                <a:cxn ang="f236">
                  <a:pos x="f405" y="f406"/>
                </a:cxn>
                <a:cxn ang="f236">
                  <a:pos x="f407" y="f408"/>
                </a:cxn>
                <a:cxn ang="f236">
                  <a:pos x="f409" y="f410"/>
                </a:cxn>
                <a:cxn ang="f236">
                  <a:pos x="f411" y="f412"/>
                </a:cxn>
                <a:cxn ang="f236">
                  <a:pos x="f413" y="f414"/>
                </a:cxn>
                <a:cxn ang="f236">
                  <a:pos x="f415" y="f416"/>
                </a:cxn>
                <a:cxn ang="f236">
                  <a:pos x="f417" y="f418"/>
                </a:cxn>
                <a:cxn ang="f236">
                  <a:pos x="f419" y="f420"/>
                </a:cxn>
                <a:cxn ang="f236">
                  <a:pos x="f421" y="f422"/>
                </a:cxn>
                <a:cxn ang="f236">
                  <a:pos x="f423" y="f424"/>
                </a:cxn>
                <a:cxn ang="f236">
                  <a:pos x="f425" y="f426"/>
                </a:cxn>
                <a:cxn ang="f236">
                  <a:pos x="f427" y="f428"/>
                </a:cxn>
                <a:cxn ang="f236">
                  <a:pos x="f429" y="f430"/>
                </a:cxn>
              </a:cxnLst>
              <a:rect l="f365" t="f368" r="f366" b="f367"/>
              <a:pathLst>
                <a:path w="2514948" h="2170178">
                  <a:moveTo>
                    <a:pt x="f8" y="f5"/>
                  </a:moveTo>
                  <a:lnTo>
                    <a:pt x="f6"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lnTo>
                    <a:pt x="f5" y="f7"/>
                  </a:lnTo>
                  <a:lnTo>
                    <a:pt x="f5" y="f71"/>
                  </a:lnTo>
                  <a:lnTo>
                    <a:pt x="f72" y="f73"/>
                  </a:ln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lnTo>
                    <a:pt x="f146" y="f147"/>
                  </a:lnTo>
                  <a:lnTo>
                    <a:pt x="f148" y="f149"/>
                  </a:lnTo>
                  <a:cubicBezTo>
                    <a:pt x="f150" y="f151"/>
                    <a:pt x="f152" y="f153"/>
                    <a:pt x="f154" y="f155"/>
                  </a:cubicBezTo>
                  <a:cubicBezTo>
                    <a:pt x="f156" y="f157"/>
                    <a:pt x="f158" y="f159"/>
                    <a:pt x="f160" y="f161"/>
                  </a:cubicBezTo>
                  <a:close/>
                </a:path>
              </a:pathLst>
            </a:custGeom>
            <a:solidFill>
              <a:srgbClr val="FFFFFF">
                <a:alpha val="3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14" name="Freeform: Shape 21">
              <a:extLst>
                <a:ext uri="{FF2B5EF4-FFF2-40B4-BE49-F238E27FC236}">
                  <a16:creationId xmlns:a16="http://schemas.microsoft.com/office/drawing/2014/main" id="{AC0B1175-D374-43BF-659B-6B5648631829}"/>
                </a:ext>
                <a:ext uri="{C183D7F6-B498-43B3-948B-1728B52AA6E4}">
                  <adec:decorative xmlns:adec="http://schemas.microsoft.com/office/drawing/2017/decorative" val="1"/>
                </a:ext>
              </a:extLst>
            </p:cNvPr>
            <p:cNvSpPr/>
            <p:nvPr/>
          </p:nvSpPr>
          <p:spPr>
            <a:xfrm rot="10799991">
              <a:off x="9085624" y="4429244"/>
              <a:ext cx="3115049" cy="2433876"/>
            </a:xfrm>
            <a:custGeom>
              <a:avLst/>
              <a:gdLst>
                <a:gd name="f0" fmla="val 10800000"/>
                <a:gd name="f1" fmla="val 5400000"/>
                <a:gd name="f2" fmla="val 180"/>
                <a:gd name="f3" fmla="val w"/>
                <a:gd name="f4" fmla="val h"/>
                <a:gd name="f5" fmla="val 0"/>
                <a:gd name="f6" fmla="val 2493062"/>
                <a:gd name="f7" fmla="val 1947896"/>
                <a:gd name="f8" fmla="val 1896911"/>
                <a:gd name="f9" fmla="val 2435315"/>
                <a:gd name="f10" fmla="val 178165"/>
                <a:gd name="f11" fmla="val 2088122"/>
                <a:gd name="f12" fmla="val 1071812"/>
                <a:gd name="f13" fmla="val 1129732"/>
                <a:gd name="f14" fmla="val 1758033"/>
                <a:gd name="f15" fmla="val 93066"/>
                <a:gd name="f16" fmla="val 1935859"/>
                <a:gd name="f17" fmla="val 1404756"/>
                <a:gd name="f18" fmla="val 17392"/>
                <a:gd name="f19" fmla="val 1402364"/>
                <a:gd name="f20" fmla="val 167719"/>
                <a:gd name="f21" fmla="val 1375030"/>
                <a:gd name="f22" fmla="val 318070"/>
                <a:gd name="f23" fmla="val 1334398"/>
                <a:gd name="f24" fmla="val 464249"/>
                <a:gd name="f25" fmla="val 1281208"/>
                <a:gd name="f26" fmla="val 753480"/>
                <a:gd name="f27" fmla="val 1176081"/>
                <a:gd name="f28" fmla="val 1028869"/>
                <a:gd name="f29" fmla="val 1021346"/>
                <a:gd name="f30" fmla="val 1260556"/>
                <a:gd name="f31" fmla="val 833835"/>
                <a:gd name="f32" fmla="val 1491960"/>
                <a:gd name="f33" fmla="val 646594"/>
                <a:gd name="f34" fmla="val 1681177"/>
                <a:gd name="f35" fmla="val 425056"/>
                <a:gd name="f36" fmla="val 1807924"/>
                <a:gd name="f37" fmla="val 193222"/>
                <a:gd name="f38" fmla="val 1832328"/>
                <a:gd name="f39" fmla="val 148578"/>
                <a:gd name="f40" fmla="val 1854477"/>
                <a:gd name="f41" fmla="val 103599"/>
                <a:gd name="f42" fmla="val 1874357"/>
                <a:gd name="f43" fmla="val 58333"/>
                <a:gd name="f44" fmla="+- 0 0 -90"/>
                <a:gd name="f45" fmla="*/ f3 1 2493062"/>
                <a:gd name="f46" fmla="*/ f4 1 1947896"/>
                <a:gd name="f47" fmla="val f5"/>
                <a:gd name="f48" fmla="val f6"/>
                <a:gd name="f49" fmla="val f7"/>
                <a:gd name="f50" fmla="*/ f44 f0 1"/>
                <a:gd name="f51" fmla="+- f49 0 f47"/>
                <a:gd name="f52" fmla="+- f48 0 f47"/>
                <a:gd name="f53" fmla="*/ f50 1 f2"/>
                <a:gd name="f54" fmla="*/ f52 1 2493062"/>
                <a:gd name="f55" fmla="*/ f51 1 1947896"/>
                <a:gd name="f56" fmla="*/ 1896911 f52 1"/>
                <a:gd name="f57" fmla="*/ 0 f51 1"/>
                <a:gd name="f58" fmla="*/ 2493062 f52 1"/>
                <a:gd name="f59" fmla="*/ 2435315 f52 1"/>
                <a:gd name="f60" fmla="*/ 178165 f51 1"/>
                <a:gd name="f61" fmla="*/ 93066 f52 1"/>
                <a:gd name="f62" fmla="*/ 1935859 f51 1"/>
                <a:gd name="f63" fmla="*/ 0 f52 1"/>
                <a:gd name="f64" fmla="*/ 1947896 f51 1"/>
                <a:gd name="f65" fmla="*/ 1404756 f51 1"/>
                <a:gd name="f66" fmla="*/ 17392 f52 1"/>
                <a:gd name="f67" fmla="*/ 1402364 f51 1"/>
                <a:gd name="f68" fmla="*/ 464249 f52 1"/>
                <a:gd name="f69" fmla="*/ 1281208 f51 1"/>
                <a:gd name="f70" fmla="*/ 1260556 f52 1"/>
                <a:gd name="f71" fmla="*/ 833835 f51 1"/>
                <a:gd name="f72" fmla="*/ 1807924 f52 1"/>
                <a:gd name="f73" fmla="*/ 193222 f51 1"/>
                <a:gd name="f74" fmla="*/ 1874357 f52 1"/>
                <a:gd name="f75" fmla="*/ 58333 f51 1"/>
                <a:gd name="f76" fmla="+- f53 0 f1"/>
                <a:gd name="f77" fmla="*/ f56 1 2493062"/>
                <a:gd name="f78" fmla="*/ f57 1 1947896"/>
                <a:gd name="f79" fmla="*/ f58 1 2493062"/>
                <a:gd name="f80" fmla="*/ f59 1 2493062"/>
                <a:gd name="f81" fmla="*/ f60 1 1947896"/>
                <a:gd name="f82" fmla="*/ f61 1 2493062"/>
                <a:gd name="f83" fmla="*/ f62 1 1947896"/>
                <a:gd name="f84" fmla="*/ f63 1 2493062"/>
                <a:gd name="f85" fmla="*/ f64 1 1947896"/>
                <a:gd name="f86" fmla="*/ f65 1 1947896"/>
                <a:gd name="f87" fmla="*/ f66 1 2493062"/>
                <a:gd name="f88" fmla="*/ f67 1 1947896"/>
                <a:gd name="f89" fmla="*/ f68 1 2493062"/>
                <a:gd name="f90" fmla="*/ f69 1 1947896"/>
                <a:gd name="f91" fmla="*/ f70 1 2493062"/>
                <a:gd name="f92" fmla="*/ f71 1 1947896"/>
                <a:gd name="f93" fmla="*/ f72 1 2493062"/>
                <a:gd name="f94" fmla="*/ f73 1 1947896"/>
                <a:gd name="f95" fmla="*/ f74 1 2493062"/>
                <a:gd name="f96" fmla="*/ f75 1 1947896"/>
                <a:gd name="f97" fmla="*/ f47 1 f54"/>
                <a:gd name="f98" fmla="*/ f48 1 f54"/>
                <a:gd name="f99" fmla="*/ f47 1 f55"/>
                <a:gd name="f100" fmla="*/ f49 1 f55"/>
                <a:gd name="f101" fmla="*/ f77 1 f54"/>
                <a:gd name="f102" fmla="*/ f78 1 f55"/>
                <a:gd name="f103" fmla="*/ f79 1 f54"/>
                <a:gd name="f104" fmla="*/ f80 1 f54"/>
                <a:gd name="f105" fmla="*/ f81 1 f55"/>
                <a:gd name="f106" fmla="*/ f82 1 f54"/>
                <a:gd name="f107" fmla="*/ f83 1 f55"/>
                <a:gd name="f108" fmla="*/ f84 1 f54"/>
                <a:gd name="f109" fmla="*/ f85 1 f55"/>
                <a:gd name="f110" fmla="*/ f86 1 f55"/>
                <a:gd name="f111" fmla="*/ f87 1 f54"/>
                <a:gd name="f112" fmla="*/ f88 1 f55"/>
                <a:gd name="f113" fmla="*/ f89 1 f54"/>
                <a:gd name="f114" fmla="*/ f90 1 f55"/>
                <a:gd name="f115" fmla="*/ f91 1 f54"/>
                <a:gd name="f116" fmla="*/ f92 1 f55"/>
                <a:gd name="f117" fmla="*/ f93 1 f54"/>
                <a:gd name="f118" fmla="*/ f94 1 f55"/>
                <a:gd name="f119" fmla="*/ f95 1 f54"/>
                <a:gd name="f120" fmla="*/ f96 1 f55"/>
                <a:gd name="f121" fmla="*/ f97 f45 1"/>
                <a:gd name="f122" fmla="*/ f98 f45 1"/>
                <a:gd name="f123" fmla="*/ f100 f46 1"/>
                <a:gd name="f124" fmla="*/ f99 f46 1"/>
                <a:gd name="f125" fmla="*/ f101 f45 1"/>
                <a:gd name="f126" fmla="*/ f102 f46 1"/>
                <a:gd name="f127" fmla="*/ f103 f45 1"/>
                <a:gd name="f128" fmla="*/ f104 f45 1"/>
                <a:gd name="f129" fmla="*/ f105 f46 1"/>
                <a:gd name="f130" fmla="*/ f106 f45 1"/>
                <a:gd name="f131" fmla="*/ f107 f46 1"/>
                <a:gd name="f132" fmla="*/ f108 f45 1"/>
                <a:gd name="f133" fmla="*/ f109 f46 1"/>
                <a:gd name="f134" fmla="*/ f110 f46 1"/>
                <a:gd name="f135" fmla="*/ f111 f45 1"/>
                <a:gd name="f136" fmla="*/ f112 f46 1"/>
                <a:gd name="f137" fmla="*/ f113 f45 1"/>
                <a:gd name="f138" fmla="*/ f114 f46 1"/>
                <a:gd name="f139" fmla="*/ f115 f45 1"/>
                <a:gd name="f140" fmla="*/ f116 f46 1"/>
                <a:gd name="f141" fmla="*/ f117 f45 1"/>
                <a:gd name="f142" fmla="*/ f118 f46 1"/>
                <a:gd name="f143" fmla="*/ f119 f45 1"/>
                <a:gd name="f144" fmla="*/ f120 f46 1"/>
              </a:gdLst>
              <a:ahLst/>
              <a:cxnLst>
                <a:cxn ang="3cd4">
                  <a:pos x="hc" y="t"/>
                </a:cxn>
                <a:cxn ang="0">
                  <a:pos x="r" y="vc"/>
                </a:cxn>
                <a:cxn ang="cd4">
                  <a:pos x="hc" y="b"/>
                </a:cxn>
                <a:cxn ang="cd2">
                  <a:pos x="l" y="vc"/>
                </a:cxn>
                <a:cxn ang="f76">
                  <a:pos x="f125" y="f126"/>
                </a:cxn>
                <a:cxn ang="f76">
                  <a:pos x="f127" y="f126"/>
                </a:cxn>
                <a:cxn ang="f76">
                  <a:pos x="f128" y="f129"/>
                </a:cxn>
                <a:cxn ang="f76">
                  <a:pos x="f130" y="f131"/>
                </a:cxn>
                <a:cxn ang="f76">
                  <a:pos x="f132" y="f133"/>
                </a:cxn>
                <a:cxn ang="f76">
                  <a:pos x="f132" y="f134"/>
                </a:cxn>
                <a:cxn ang="f76">
                  <a:pos x="f135" y="f136"/>
                </a:cxn>
                <a:cxn ang="f76">
                  <a:pos x="f137" y="f138"/>
                </a:cxn>
                <a:cxn ang="f76">
                  <a:pos x="f139" y="f140"/>
                </a:cxn>
                <a:cxn ang="f76">
                  <a:pos x="f141" y="f142"/>
                </a:cxn>
                <a:cxn ang="f76">
                  <a:pos x="f143" y="f144"/>
                </a:cxn>
              </a:cxnLst>
              <a:rect l="f121" t="f124" r="f122" b="f123"/>
              <a:pathLst>
                <a:path w="2493062" h="1947896">
                  <a:moveTo>
                    <a:pt x="f8" y="f5"/>
                  </a:moveTo>
                  <a:lnTo>
                    <a:pt x="f6" y="f5"/>
                  </a:lnTo>
                  <a:lnTo>
                    <a:pt x="f9" y="f10"/>
                  </a:lnTo>
                  <a:cubicBezTo>
                    <a:pt x="f11" y="f12"/>
                    <a:pt x="f13" y="f14"/>
                    <a:pt x="f15" y="f16"/>
                  </a:cubicBezTo>
                  <a:lnTo>
                    <a:pt x="f5" y="f7"/>
                  </a:lnTo>
                  <a:lnTo>
                    <a:pt x="f5" y="f17"/>
                  </a:lnTo>
                  <a:lnTo>
                    <a:pt x="f18" y="f19"/>
                  </a:lnTo>
                  <a:cubicBezTo>
                    <a:pt x="f20" y="f21"/>
                    <a:pt x="f22" y="f23"/>
                    <a:pt x="f24" y="f25"/>
                  </a:cubicBezTo>
                  <a:cubicBezTo>
                    <a:pt x="f26" y="f27"/>
                    <a:pt x="f28" y="f29"/>
                    <a:pt x="f30" y="f31"/>
                  </a:cubicBezTo>
                  <a:cubicBezTo>
                    <a:pt x="f32" y="f33"/>
                    <a:pt x="f34" y="f35"/>
                    <a:pt x="f36" y="f37"/>
                  </a:cubicBezTo>
                  <a:cubicBezTo>
                    <a:pt x="f38" y="f39"/>
                    <a:pt x="f40" y="f41"/>
                    <a:pt x="f42" y="f43"/>
                  </a:cubicBezTo>
                  <a:close/>
                </a:path>
              </a:pathLst>
            </a:custGeom>
            <a:solidFill>
              <a:srgbClr val="FFFFFF">
                <a:alpha val="3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15" name="Freeform: Shape 22">
              <a:extLst>
                <a:ext uri="{FF2B5EF4-FFF2-40B4-BE49-F238E27FC236}">
                  <a16:creationId xmlns:a16="http://schemas.microsoft.com/office/drawing/2014/main" id="{2A75B00A-B87B-741E-7997-D40D492F50C5}"/>
                </a:ext>
                <a:ext uri="{C183D7F6-B498-43B3-948B-1728B52AA6E4}">
                  <adec:decorative xmlns:adec="http://schemas.microsoft.com/office/drawing/2017/decorative" val="1"/>
                </a:ext>
              </a:extLst>
            </p:cNvPr>
            <p:cNvSpPr/>
            <p:nvPr/>
          </p:nvSpPr>
          <p:spPr>
            <a:xfrm rot="10799991">
              <a:off x="9075594" y="4393061"/>
              <a:ext cx="3125080" cy="2464865"/>
            </a:xfrm>
            <a:custGeom>
              <a:avLst/>
              <a:gdLst>
                <a:gd name="f0" fmla="val 10800000"/>
                <a:gd name="f1" fmla="val 5400000"/>
                <a:gd name="f2" fmla="val 180"/>
                <a:gd name="f3" fmla="val w"/>
                <a:gd name="f4" fmla="val h"/>
                <a:gd name="f5" fmla="val 0"/>
                <a:gd name="f6" fmla="val 2501089"/>
                <a:gd name="f7" fmla="val 1972702"/>
                <a:gd name="f8" fmla="val 2318728"/>
                <a:gd name="f9" fmla="val 2453909"/>
                <a:gd name="f10" fmla="val 167837"/>
                <a:gd name="f11" fmla="val 2427555"/>
                <a:gd name="f12" fmla="val 244153"/>
                <a:gd name="f13" fmla="val 2396627"/>
                <a:gd name="f14" fmla="val 319103"/>
                <a:gd name="f15" fmla="val 2361125"/>
                <a:gd name="f16" fmla="val 392084"/>
                <a:gd name="f17" fmla="val 2218453"/>
                <a:gd name="f18" fmla="val 684005"/>
                <a:gd name="f19" fmla="val 2011698"/>
                <a:gd name="f20" fmla="val 945211"/>
                <a:gd name="f21" fmla="val 1768255"/>
                <a:gd name="f22" fmla="val 1167644"/>
                <a:gd name="f23" fmla="val 1646250"/>
                <a:gd name="f24" fmla="val 1278860"/>
                <a:gd name="f25" fmla="val 1514385"/>
                <a:gd name="f26" fmla="val 1380316"/>
                <a:gd name="f27" fmla="val 1375125"/>
                <a:gd name="f28" fmla="val 1471474"/>
                <a:gd name="f29" fmla="val 1235677"/>
                <a:gd name="f30" fmla="val 1562542"/>
                <a:gd name="f31" fmla="val 1088928"/>
                <a:gd name="f32" fmla="val 1643672"/>
                <a:gd name="f33" fmla="val 935735"/>
                <a:gd name="f34" fmla="val 1712713"/>
                <a:gd name="f35" fmla="val 705659"/>
                <a:gd name="f36" fmla="val 1815533"/>
                <a:gd name="f37" fmla="val 462359"/>
                <a:gd name="f38" fmla="val 1892212"/>
                <a:gd name="f39" fmla="val 212353"/>
                <a:gd name="f40" fmla="val 1940294"/>
                <a:gd name="f41" fmla="val 1732181"/>
                <a:gd name="f42" fmla="val 161195"/>
                <a:gd name="f43" fmla="val 1706590"/>
                <a:gd name="f44" fmla="val 237638"/>
                <a:gd name="f45" fmla="val 1691378"/>
                <a:gd name="f46" fmla="val 313477"/>
                <a:gd name="f47" fmla="val 1673222"/>
                <a:gd name="f48" fmla="val 388463"/>
                <a:gd name="f49" fmla="val 1652268"/>
                <a:gd name="f50" fmla="val 538529"/>
                <a:gd name="f51" fmla="val 1610539"/>
                <a:gd name="f52" fmla="val 684898"/>
                <a:gd name="f53" fmla="val 1556543"/>
                <a:gd name="f54" fmla="val 826716"/>
                <a:gd name="f55" fmla="val 1493950"/>
                <a:gd name="f56" fmla="val 1111207"/>
                <a:gd name="f57" fmla="val 1370107"/>
                <a:gd name="f58" fmla="val 1376832"/>
                <a:gd name="f59" fmla="val 1205881"/>
                <a:gd name="f60" fmla="val 1609847"/>
                <a:gd name="f61" fmla="val 1007535"/>
                <a:gd name="f62" fmla="val 1725975"/>
                <a:gd name="f63" fmla="val 908049"/>
                <a:gd name="f64" fmla="val 1833571"/>
                <a:gd name="f65" fmla="val 799519"/>
                <a:gd name="f66" fmla="val 1929982"/>
                <a:gd name="f67" fmla="val 682930"/>
                <a:gd name="f68" fmla="val 2026581"/>
                <a:gd name="f69" fmla="val 566520"/>
                <a:gd name="f70" fmla="val 2111806"/>
                <a:gd name="f71" fmla="val 441692"/>
                <a:gd name="f72" fmla="val 2183093"/>
                <a:gd name="f73" fmla="val 310149"/>
                <a:gd name="f74" fmla="val 2218738"/>
                <a:gd name="f75" fmla="val 244422"/>
                <a:gd name="f76" fmla="val 2251396"/>
                <a:gd name="f77" fmla="val 177150"/>
                <a:gd name="f78" fmla="val 2280286"/>
                <a:gd name="f79" fmla="val 108435"/>
                <a:gd name="f80" fmla="+- 0 0 -90"/>
                <a:gd name="f81" fmla="*/ f3 1 2501089"/>
                <a:gd name="f82" fmla="*/ f4 1 1972702"/>
                <a:gd name="f83" fmla="val f5"/>
                <a:gd name="f84" fmla="val f6"/>
                <a:gd name="f85" fmla="val f7"/>
                <a:gd name="f86" fmla="*/ f80 f0 1"/>
                <a:gd name="f87" fmla="+- f85 0 f83"/>
                <a:gd name="f88" fmla="+- f84 0 f83"/>
                <a:gd name="f89" fmla="*/ f86 1 f2"/>
                <a:gd name="f90" fmla="*/ f88 1 2501089"/>
                <a:gd name="f91" fmla="*/ f87 1 1972702"/>
                <a:gd name="f92" fmla="*/ 2318728 f88 1"/>
                <a:gd name="f93" fmla="*/ 0 f87 1"/>
                <a:gd name="f94" fmla="*/ 2501089 f88 1"/>
                <a:gd name="f95" fmla="*/ 2453909 f88 1"/>
                <a:gd name="f96" fmla="*/ 167837 f87 1"/>
                <a:gd name="f97" fmla="*/ 2361125 f88 1"/>
                <a:gd name="f98" fmla="*/ 392084 f87 1"/>
                <a:gd name="f99" fmla="*/ 1768255 f88 1"/>
                <a:gd name="f100" fmla="*/ 1167644 f87 1"/>
                <a:gd name="f101" fmla="*/ 1375125 f88 1"/>
                <a:gd name="f102" fmla="*/ 1471474 f87 1"/>
                <a:gd name="f103" fmla="*/ 935735 f88 1"/>
                <a:gd name="f104" fmla="*/ 1712713 f87 1"/>
                <a:gd name="f105" fmla="*/ 212353 f88 1"/>
                <a:gd name="f106" fmla="*/ 1940294 f87 1"/>
                <a:gd name="f107" fmla="*/ 0 f88 1"/>
                <a:gd name="f108" fmla="*/ 1972702 f87 1"/>
                <a:gd name="f109" fmla="*/ 1732181 f87 1"/>
                <a:gd name="f110" fmla="*/ 161195 f88 1"/>
                <a:gd name="f111" fmla="*/ 1706590 f87 1"/>
                <a:gd name="f112" fmla="*/ 388463 f88 1"/>
                <a:gd name="f113" fmla="*/ 1652268 f87 1"/>
                <a:gd name="f114" fmla="*/ 826716 f88 1"/>
                <a:gd name="f115" fmla="*/ 1493950 f87 1"/>
                <a:gd name="f116" fmla="*/ 1609847 f88 1"/>
                <a:gd name="f117" fmla="*/ 1007535 f87 1"/>
                <a:gd name="f118" fmla="*/ 1929982 f88 1"/>
                <a:gd name="f119" fmla="*/ 682930 f87 1"/>
                <a:gd name="f120" fmla="*/ 2183093 f88 1"/>
                <a:gd name="f121" fmla="*/ 310149 f87 1"/>
                <a:gd name="f122" fmla="*/ 2280286 f88 1"/>
                <a:gd name="f123" fmla="*/ 108435 f87 1"/>
                <a:gd name="f124" fmla="+- f89 0 f1"/>
                <a:gd name="f125" fmla="*/ f92 1 2501089"/>
                <a:gd name="f126" fmla="*/ f93 1 1972702"/>
                <a:gd name="f127" fmla="*/ f94 1 2501089"/>
                <a:gd name="f128" fmla="*/ f95 1 2501089"/>
                <a:gd name="f129" fmla="*/ f96 1 1972702"/>
                <a:gd name="f130" fmla="*/ f97 1 2501089"/>
                <a:gd name="f131" fmla="*/ f98 1 1972702"/>
                <a:gd name="f132" fmla="*/ f99 1 2501089"/>
                <a:gd name="f133" fmla="*/ f100 1 1972702"/>
                <a:gd name="f134" fmla="*/ f101 1 2501089"/>
                <a:gd name="f135" fmla="*/ f102 1 1972702"/>
                <a:gd name="f136" fmla="*/ f103 1 2501089"/>
                <a:gd name="f137" fmla="*/ f104 1 1972702"/>
                <a:gd name="f138" fmla="*/ f105 1 2501089"/>
                <a:gd name="f139" fmla="*/ f106 1 1972702"/>
                <a:gd name="f140" fmla="*/ f107 1 2501089"/>
                <a:gd name="f141" fmla="*/ f108 1 1972702"/>
                <a:gd name="f142" fmla="*/ f109 1 1972702"/>
                <a:gd name="f143" fmla="*/ f110 1 2501089"/>
                <a:gd name="f144" fmla="*/ f111 1 1972702"/>
                <a:gd name="f145" fmla="*/ f112 1 2501089"/>
                <a:gd name="f146" fmla="*/ f113 1 1972702"/>
                <a:gd name="f147" fmla="*/ f114 1 2501089"/>
                <a:gd name="f148" fmla="*/ f115 1 1972702"/>
                <a:gd name="f149" fmla="*/ f116 1 2501089"/>
                <a:gd name="f150" fmla="*/ f117 1 1972702"/>
                <a:gd name="f151" fmla="*/ f118 1 2501089"/>
                <a:gd name="f152" fmla="*/ f119 1 1972702"/>
                <a:gd name="f153" fmla="*/ f120 1 2501089"/>
                <a:gd name="f154" fmla="*/ f121 1 1972702"/>
                <a:gd name="f155" fmla="*/ f122 1 2501089"/>
                <a:gd name="f156" fmla="*/ f123 1 1972702"/>
                <a:gd name="f157" fmla="*/ f83 1 f90"/>
                <a:gd name="f158" fmla="*/ f84 1 f90"/>
                <a:gd name="f159" fmla="*/ f83 1 f91"/>
                <a:gd name="f160" fmla="*/ f85 1 f91"/>
                <a:gd name="f161" fmla="*/ f125 1 f90"/>
                <a:gd name="f162" fmla="*/ f126 1 f91"/>
                <a:gd name="f163" fmla="*/ f127 1 f90"/>
                <a:gd name="f164" fmla="*/ f128 1 f90"/>
                <a:gd name="f165" fmla="*/ f129 1 f91"/>
                <a:gd name="f166" fmla="*/ f130 1 f90"/>
                <a:gd name="f167" fmla="*/ f131 1 f91"/>
                <a:gd name="f168" fmla="*/ f132 1 f90"/>
                <a:gd name="f169" fmla="*/ f133 1 f91"/>
                <a:gd name="f170" fmla="*/ f134 1 f90"/>
                <a:gd name="f171" fmla="*/ f135 1 f91"/>
                <a:gd name="f172" fmla="*/ f136 1 f90"/>
                <a:gd name="f173" fmla="*/ f137 1 f91"/>
                <a:gd name="f174" fmla="*/ f138 1 f90"/>
                <a:gd name="f175" fmla="*/ f139 1 f91"/>
                <a:gd name="f176" fmla="*/ f140 1 f90"/>
                <a:gd name="f177" fmla="*/ f141 1 f91"/>
                <a:gd name="f178" fmla="*/ f142 1 f91"/>
                <a:gd name="f179" fmla="*/ f143 1 f90"/>
                <a:gd name="f180" fmla="*/ f144 1 f91"/>
                <a:gd name="f181" fmla="*/ f145 1 f90"/>
                <a:gd name="f182" fmla="*/ f146 1 f91"/>
                <a:gd name="f183" fmla="*/ f147 1 f90"/>
                <a:gd name="f184" fmla="*/ f148 1 f91"/>
                <a:gd name="f185" fmla="*/ f149 1 f90"/>
                <a:gd name="f186" fmla="*/ f150 1 f91"/>
                <a:gd name="f187" fmla="*/ f151 1 f90"/>
                <a:gd name="f188" fmla="*/ f152 1 f91"/>
                <a:gd name="f189" fmla="*/ f153 1 f90"/>
                <a:gd name="f190" fmla="*/ f154 1 f91"/>
                <a:gd name="f191" fmla="*/ f155 1 f90"/>
                <a:gd name="f192" fmla="*/ f156 1 f91"/>
                <a:gd name="f193" fmla="*/ f157 f81 1"/>
                <a:gd name="f194" fmla="*/ f158 f81 1"/>
                <a:gd name="f195" fmla="*/ f160 f82 1"/>
                <a:gd name="f196" fmla="*/ f159 f82 1"/>
                <a:gd name="f197" fmla="*/ f161 f81 1"/>
                <a:gd name="f198" fmla="*/ f162 f82 1"/>
                <a:gd name="f199" fmla="*/ f163 f81 1"/>
                <a:gd name="f200" fmla="*/ f164 f81 1"/>
                <a:gd name="f201" fmla="*/ f165 f82 1"/>
                <a:gd name="f202" fmla="*/ f166 f81 1"/>
                <a:gd name="f203" fmla="*/ f167 f82 1"/>
                <a:gd name="f204" fmla="*/ f168 f81 1"/>
                <a:gd name="f205" fmla="*/ f169 f82 1"/>
                <a:gd name="f206" fmla="*/ f170 f81 1"/>
                <a:gd name="f207" fmla="*/ f171 f82 1"/>
                <a:gd name="f208" fmla="*/ f172 f81 1"/>
                <a:gd name="f209" fmla="*/ f173 f82 1"/>
                <a:gd name="f210" fmla="*/ f174 f81 1"/>
                <a:gd name="f211" fmla="*/ f175 f82 1"/>
                <a:gd name="f212" fmla="*/ f176 f81 1"/>
                <a:gd name="f213" fmla="*/ f177 f82 1"/>
                <a:gd name="f214" fmla="*/ f178 f82 1"/>
                <a:gd name="f215" fmla="*/ f179 f81 1"/>
                <a:gd name="f216" fmla="*/ f180 f82 1"/>
                <a:gd name="f217" fmla="*/ f181 f81 1"/>
                <a:gd name="f218" fmla="*/ f182 f82 1"/>
                <a:gd name="f219" fmla="*/ f183 f81 1"/>
                <a:gd name="f220" fmla="*/ f184 f82 1"/>
                <a:gd name="f221" fmla="*/ f185 f81 1"/>
                <a:gd name="f222" fmla="*/ f186 f82 1"/>
                <a:gd name="f223" fmla="*/ f187 f81 1"/>
                <a:gd name="f224" fmla="*/ f188 f82 1"/>
                <a:gd name="f225" fmla="*/ f189 f81 1"/>
                <a:gd name="f226" fmla="*/ f190 f82 1"/>
                <a:gd name="f227" fmla="*/ f191 f81 1"/>
                <a:gd name="f228" fmla="*/ f192 f82 1"/>
              </a:gdLst>
              <a:ahLst/>
              <a:cxnLst>
                <a:cxn ang="3cd4">
                  <a:pos x="hc" y="t"/>
                </a:cxn>
                <a:cxn ang="0">
                  <a:pos x="r" y="vc"/>
                </a:cxn>
                <a:cxn ang="cd4">
                  <a:pos x="hc" y="b"/>
                </a:cxn>
                <a:cxn ang="cd2">
                  <a:pos x="l" y="vc"/>
                </a:cxn>
                <a:cxn ang="f124">
                  <a:pos x="f197" y="f198"/>
                </a:cxn>
                <a:cxn ang="f124">
                  <a:pos x="f199" y="f198"/>
                </a:cxn>
                <a:cxn ang="f124">
                  <a:pos x="f200" y="f201"/>
                </a:cxn>
                <a:cxn ang="f124">
                  <a:pos x="f202" y="f203"/>
                </a:cxn>
                <a:cxn ang="f124">
                  <a:pos x="f204" y="f205"/>
                </a:cxn>
                <a:cxn ang="f124">
                  <a:pos x="f206" y="f207"/>
                </a:cxn>
                <a:cxn ang="f124">
                  <a:pos x="f208" y="f209"/>
                </a:cxn>
                <a:cxn ang="f124">
                  <a:pos x="f210" y="f211"/>
                </a:cxn>
                <a:cxn ang="f124">
                  <a:pos x="f212" y="f213"/>
                </a:cxn>
                <a:cxn ang="f124">
                  <a:pos x="f212" y="f214"/>
                </a:cxn>
                <a:cxn ang="f124">
                  <a:pos x="f215" y="f216"/>
                </a:cxn>
                <a:cxn ang="f124">
                  <a:pos x="f217" y="f218"/>
                </a:cxn>
                <a:cxn ang="f124">
                  <a:pos x="f219" y="f220"/>
                </a:cxn>
                <a:cxn ang="f124">
                  <a:pos x="f221" y="f222"/>
                </a:cxn>
                <a:cxn ang="f124">
                  <a:pos x="f223" y="f224"/>
                </a:cxn>
                <a:cxn ang="f124">
                  <a:pos x="f225" y="f226"/>
                </a:cxn>
                <a:cxn ang="f124">
                  <a:pos x="f227" y="f228"/>
                </a:cxn>
              </a:cxnLst>
              <a:rect l="f193" t="f196" r="f194" b="f195"/>
              <a:pathLst>
                <a:path w="2501089" h="1972702">
                  <a:moveTo>
                    <a:pt x="f8" y="f5"/>
                  </a:moveTo>
                  <a:lnTo>
                    <a:pt x="f6"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lnTo>
                    <a:pt x="f5" y="f7"/>
                  </a:lnTo>
                  <a:lnTo>
                    <a:pt x="f5" y="f41"/>
                  </a:lnTo>
                  <a:lnTo>
                    <a:pt x="f42" y="f43"/>
                  </a:ln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lose/>
                </a:path>
              </a:pathLst>
            </a:custGeom>
            <a:solidFill>
              <a:srgbClr val="FFFFFF">
                <a:alpha val="3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00" b="0" i="0" u="none" strike="noStrike" kern="1200" cap="none" spc="0" baseline="0">
                <a:solidFill>
                  <a:srgbClr val="FFFFFF"/>
                </a:solidFill>
                <a:uFillTx/>
                <a:latin typeface="Aptos"/>
              </a:endParaRPr>
            </a:p>
          </p:txBody>
        </p:sp>
        <p:sp>
          <p:nvSpPr>
            <p:cNvPr id="16" name="Freeform: Shape 23">
              <a:extLst>
                <a:ext uri="{FF2B5EF4-FFF2-40B4-BE49-F238E27FC236}">
                  <a16:creationId xmlns:a16="http://schemas.microsoft.com/office/drawing/2014/main" id="{1D699B0D-84B1-DFF9-A124-267A835F84E2}"/>
                </a:ext>
                <a:ext uri="{C183D7F6-B498-43B3-948B-1728B52AA6E4}">
                  <adec:decorative xmlns:adec="http://schemas.microsoft.com/office/drawing/2017/decorative" val="1"/>
                </a:ext>
              </a:extLst>
            </p:cNvPr>
            <p:cNvSpPr/>
            <p:nvPr/>
          </p:nvSpPr>
          <p:spPr>
            <a:xfrm rot="10799991">
              <a:off x="9087297" y="4429335"/>
              <a:ext cx="3112608" cy="2428582"/>
            </a:xfrm>
            <a:custGeom>
              <a:avLst/>
              <a:gdLst>
                <a:gd name="f0" fmla="val 10800000"/>
                <a:gd name="f1" fmla="val 5400000"/>
                <a:gd name="f2" fmla="val 180"/>
                <a:gd name="f3" fmla="val w"/>
                <a:gd name="f4" fmla="val h"/>
                <a:gd name="f5" fmla="val 0"/>
                <a:gd name="f6" fmla="val 2491105"/>
                <a:gd name="f7" fmla="val 1943661"/>
                <a:gd name="f8" fmla="val 1995408"/>
                <a:gd name="f9" fmla="val 2434705"/>
                <a:gd name="f10" fmla="val 174009"/>
                <a:gd name="f11" fmla="val 2087512"/>
                <a:gd name="f12" fmla="val 1067655"/>
                <a:gd name="f13" fmla="val 1129122"/>
                <a:gd name="f14" fmla="val 1753877"/>
                <a:gd name="f15" fmla="val 92457"/>
                <a:gd name="f16" fmla="val 1931703"/>
                <a:gd name="f17" fmla="val 1491489"/>
                <a:gd name="f18" fmla="val 34107"/>
                <a:gd name="f19" fmla="val 1486836"/>
                <a:gd name="f20" fmla="val 189055"/>
                <a:gd name="f21" fmla="val 1458696"/>
                <a:gd name="f22" fmla="val 343908"/>
                <a:gd name="f23" fmla="val 1416565"/>
                <a:gd name="f24" fmla="val 497577"/>
                <a:gd name="f25" fmla="val 1360598"/>
                <a:gd name="f26" fmla="val 796856"/>
                <a:gd name="f27" fmla="val 1251889"/>
                <a:gd name="f28" fmla="val 1081725"/>
                <a:gd name="f29" fmla="val 1091781"/>
                <a:gd name="f30" fmla="val 1321566"/>
                <a:gd name="f31" fmla="val 897645"/>
                <a:gd name="f32" fmla="val 1565577"/>
                <a:gd name="f33" fmla="val 700195"/>
                <a:gd name="f34" fmla="val 1757355"/>
                <a:gd name="f35" fmla="val 475523"/>
                <a:gd name="f36" fmla="val 1891495"/>
                <a:gd name="f37" fmla="val 230078"/>
                <a:gd name="f38" fmla="val 1917197"/>
                <a:gd name="f39" fmla="val 183033"/>
                <a:gd name="f40" fmla="val 1940526"/>
                <a:gd name="f41" fmla="val 135619"/>
                <a:gd name="f42" fmla="val 1961469"/>
                <a:gd name="f43" fmla="val 87885"/>
                <a:gd name="f44" fmla="+- 0 0 -90"/>
                <a:gd name="f45" fmla="*/ f3 1 2491105"/>
                <a:gd name="f46" fmla="*/ f4 1 1943661"/>
                <a:gd name="f47" fmla="val f5"/>
                <a:gd name="f48" fmla="val f6"/>
                <a:gd name="f49" fmla="val f7"/>
                <a:gd name="f50" fmla="*/ f44 f0 1"/>
                <a:gd name="f51" fmla="+- f49 0 f47"/>
                <a:gd name="f52" fmla="+- f48 0 f47"/>
                <a:gd name="f53" fmla="*/ f50 1 f2"/>
                <a:gd name="f54" fmla="*/ f52 1 2491105"/>
                <a:gd name="f55" fmla="*/ f51 1 1943661"/>
                <a:gd name="f56" fmla="*/ 1995408 f52 1"/>
                <a:gd name="f57" fmla="*/ 0 f51 1"/>
                <a:gd name="f58" fmla="*/ 2491105 f52 1"/>
                <a:gd name="f59" fmla="*/ 2434705 f52 1"/>
                <a:gd name="f60" fmla="*/ 174009 f51 1"/>
                <a:gd name="f61" fmla="*/ 92457 f52 1"/>
                <a:gd name="f62" fmla="*/ 1931703 f51 1"/>
                <a:gd name="f63" fmla="*/ 0 f52 1"/>
                <a:gd name="f64" fmla="*/ 1943661 f51 1"/>
                <a:gd name="f65" fmla="*/ 1491489 f51 1"/>
                <a:gd name="f66" fmla="*/ 34107 f52 1"/>
                <a:gd name="f67" fmla="*/ 1486836 f51 1"/>
                <a:gd name="f68" fmla="*/ 497577 f52 1"/>
                <a:gd name="f69" fmla="*/ 1360598 f51 1"/>
                <a:gd name="f70" fmla="*/ 1321566 f52 1"/>
                <a:gd name="f71" fmla="*/ 897645 f51 1"/>
                <a:gd name="f72" fmla="*/ 1891495 f52 1"/>
                <a:gd name="f73" fmla="*/ 230078 f51 1"/>
                <a:gd name="f74" fmla="*/ 1961469 f52 1"/>
                <a:gd name="f75" fmla="*/ 87885 f51 1"/>
                <a:gd name="f76" fmla="+- f53 0 f1"/>
                <a:gd name="f77" fmla="*/ f56 1 2491105"/>
                <a:gd name="f78" fmla="*/ f57 1 1943661"/>
                <a:gd name="f79" fmla="*/ f58 1 2491105"/>
                <a:gd name="f80" fmla="*/ f59 1 2491105"/>
                <a:gd name="f81" fmla="*/ f60 1 1943661"/>
                <a:gd name="f82" fmla="*/ f61 1 2491105"/>
                <a:gd name="f83" fmla="*/ f62 1 1943661"/>
                <a:gd name="f84" fmla="*/ f63 1 2491105"/>
                <a:gd name="f85" fmla="*/ f64 1 1943661"/>
                <a:gd name="f86" fmla="*/ f65 1 1943661"/>
                <a:gd name="f87" fmla="*/ f66 1 2491105"/>
                <a:gd name="f88" fmla="*/ f67 1 1943661"/>
                <a:gd name="f89" fmla="*/ f68 1 2491105"/>
                <a:gd name="f90" fmla="*/ f69 1 1943661"/>
                <a:gd name="f91" fmla="*/ f70 1 2491105"/>
                <a:gd name="f92" fmla="*/ f71 1 1943661"/>
                <a:gd name="f93" fmla="*/ f72 1 2491105"/>
                <a:gd name="f94" fmla="*/ f73 1 1943661"/>
                <a:gd name="f95" fmla="*/ f74 1 2491105"/>
                <a:gd name="f96" fmla="*/ f75 1 1943661"/>
                <a:gd name="f97" fmla="*/ f47 1 f54"/>
                <a:gd name="f98" fmla="*/ f48 1 f54"/>
                <a:gd name="f99" fmla="*/ f47 1 f55"/>
                <a:gd name="f100" fmla="*/ f49 1 f55"/>
                <a:gd name="f101" fmla="*/ f77 1 f54"/>
                <a:gd name="f102" fmla="*/ f78 1 f55"/>
                <a:gd name="f103" fmla="*/ f79 1 f54"/>
                <a:gd name="f104" fmla="*/ f80 1 f54"/>
                <a:gd name="f105" fmla="*/ f81 1 f55"/>
                <a:gd name="f106" fmla="*/ f82 1 f54"/>
                <a:gd name="f107" fmla="*/ f83 1 f55"/>
                <a:gd name="f108" fmla="*/ f84 1 f54"/>
                <a:gd name="f109" fmla="*/ f85 1 f55"/>
                <a:gd name="f110" fmla="*/ f86 1 f55"/>
                <a:gd name="f111" fmla="*/ f87 1 f54"/>
                <a:gd name="f112" fmla="*/ f88 1 f55"/>
                <a:gd name="f113" fmla="*/ f89 1 f54"/>
                <a:gd name="f114" fmla="*/ f90 1 f55"/>
                <a:gd name="f115" fmla="*/ f91 1 f54"/>
                <a:gd name="f116" fmla="*/ f92 1 f55"/>
                <a:gd name="f117" fmla="*/ f93 1 f54"/>
                <a:gd name="f118" fmla="*/ f94 1 f55"/>
                <a:gd name="f119" fmla="*/ f95 1 f54"/>
                <a:gd name="f120" fmla="*/ f96 1 f55"/>
                <a:gd name="f121" fmla="*/ f97 f45 1"/>
                <a:gd name="f122" fmla="*/ f98 f45 1"/>
                <a:gd name="f123" fmla="*/ f100 f46 1"/>
                <a:gd name="f124" fmla="*/ f99 f46 1"/>
                <a:gd name="f125" fmla="*/ f101 f45 1"/>
                <a:gd name="f126" fmla="*/ f102 f46 1"/>
                <a:gd name="f127" fmla="*/ f103 f45 1"/>
                <a:gd name="f128" fmla="*/ f104 f45 1"/>
                <a:gd name="f129" fmla="*/ f105 f46 1"/>
                <a:gd name="f130" fmla="*/ f106 f45 1"/>
                <a:gd name="f131" fmla="*/ f107 f46 1"/>
                <a:gd name="f132" fmla="*/ f108 f45 1"/>
                <a:gd name="f133" fmla="*/ f109 f46 1"/>
                <a:gd name="f134" fmla="*/ f110 f46 1"/>
                <a:gd name="f135" fmla="*/ f111 f45 1"/>
                <a:gd name="f136" fmla="*/ f112 f46 1"/>
                <a:gd name="f137" fmla="*/ f113 f45 1"/>
                <a:gd name="f138" fmla="*/ f114 f46 1"/>
                <a:gd name="f139" fmla="*/ f115 f45 1"/>
                <a:gd name="f140" fmla="*/ f116 f46 1"/>
                <a:gd name="f141" fmla="*/ f117 f45 1"/>
                <a:gd name="f142" fmla="*/ f118 f46 1"/>
                <a:gd name="f143" fmla="*/ f119 f45 1"/>
                <a:gd name="f144" fmla="*/ f120 f46 1"/>
              </a:gdLst>
              <a:ahLst/>
              <a:cxnLst>
                <a:cxn ang="3cd4">
                  <a:pos x="hc" y="t"/>
                </a:cxn>
                <a:cxn ang="0">
                  <a:pos x="r" y="vc"/>
                </a:cxn>
                <a:cxn ang="cd4">
                  <a:pos x="hc" y="b"/>
                </a:cxn>
                <a:cxn ang="cd2">
                  <a:pos x="l" y="vc"/>
                </a:cxn>
                <a:cxn ang="f76">
                  <a:pos x="f125" y="f126"/>
                </a:cxn>
                <a:cxn ang="f76">
                  <a:pos x="f127" y="f126"/>
                </a:cxn>
                <a:cxn ang="f76">
                  <a:pos x="f128" y="f129"/>
                </a:cxn>
                <a:cxn ang="f76">
                  <a:pos x="f130" y="f131"/>
                </a:cxn>
                <a:cxn ang="f76">
                  <a:pos x="f132" y="f133"/>
                </a:cxn>
                <a:cxn ang="f76">
                  <a:pos x="f132" y="f134"/>
                </a:cxn>
                <a:cxn ang="f76">
                  <a:pos x="f135" y="f136"/>
                </a:cxn>
                <a:cxn ang="f76">
                  <a:pos x="f137" y="f138"/>
                </a:cxn>
                <a:cxn ang="f76">
                  <a:pos x="f139" y="f140"/>
                </a:cxn>
                <a:cxn ang="f76">
                  <a:pos x="f141" y="f142"/>
                </a:cxn>
                <a:cxn ang="f76">
                  <a:pos x="f143" y="f144"/>
                </a:cxn>
              </a:cxnLst>
              <a:rect l="f121" t="f124" r="f122" b="f123"/>
              <a:pathLst>
                <a:path w="2491105" h="1943661">
                  <a:moveTo>
                    <a:pt x="f8" y="f5"/>
                  </a:moveTo>
                  <a:lnTo>
                    <a:pt x="f6" y="f5"/>
                  </a:lnTo>
                  <a:lnTo>
                    <a:pt x="f9" y="f10"/>
                  </a:lnTo>
                  <a:cubicBezTo>
                    <a:pt x="f11" y="f12"/>
                    <a:pt x="f13" y="f14"/>
                    <a:pt x="f15" y="f16"/>
                  </a:cubicBezTo>
                  <a:lnTo>
                    <a:pt x="f5" y="f7"/>
                  </a:lnTo>
                  <a:lnTo>
                    <a:pt x="f5" y="f17"/>
                  </a:lnTo>
                  <a:lnTo>
                    <a:pt x="f18" y="f19"/>
                  </a:lnTo>
                  <a:cubicBezTo>
                    <a:pt x="f20" y="f21"/>
                    <a:pt x="f22" y="f23"/>
                    <a:pt x="f24" y="f25"/>
                  </a:cubicBezTo>
                  <a:cubicBezTo>
                    <a:pt x="f26" y="f27"/>
                    <a:pt x="f28" y="f29"/>
                    <a:pt x="f30" y="f31"/>
                  </a:cubicBezTo>
                  <a:cubicBezTo>
                    <a:pt x="f32" y="f33"/>
                    <a:pt x="f34" y="f35"/>
                    <a:pt x="f36" y="f37"/>
                  </a:cubicBezTo>
                  <a:cubicBezTo>
                    <a:pt x="f38" y="f39"/>
                    <a:pt x="f40" y="f41"/>
                    <a:pt x="f42" y="f43"/>
                  </a:cubicBezTo>
                  <a:close/>
                </a:path>
              </a:pathLst>
            </a:custGeom>
            <a:solidFill>
              <a:srgbClr val="FFFFFF">
                <a:alpha val="3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8">
    <p:spTree>
      <p:nvGrpSpPr>
        <p:cNvPr id="1" name=""/>
        <p:cNvGrpSpPr/>
        <p:nvPr/>
      </p:nvGrpSpPr>
      <p:grpSpPr>
        <a:xfrm>
          <a:off x="0" y="0"/>
          <a:ext cx="0" cy="0"/>
          <a:chOff x="0" y="0"/>
          <a:chExt cx="0" cy="0"/>
        </a:xfrm>
      </p:grpSpPr>
      <p:pic>
        <p:nvPicPr>
          <p:cNvPr id="2" name="Inhaltsplatzhalter 3">
            <a:extLst>
              <a:ext uri="{FF2B5EF4-FFF2-40B4-BE49-F238E27FC236}">
                <a16:creationId xmlns:a16="http://schemas.microsoft.com/office/drawing/2014/main" id="{DAA39D80-CAF0-04E4-86E4-73C19BACBB54}"/>
              </a:ext>
            </a:extLst>
          </p:cNvPr>
          <p:cNvPicPr>
            <a:picLocks noGrp="1" noChangeAspect="1"/>
          </p:cNvPicPr>
          <p:nvPr>
            <p:ph idx="1"/>
          </p:nvPr>
        </p:nvPicPr>
        <p:blipFill>
          <a:blip r:embed="rId3"/>
          <a:stretch>
            <a:fillRect/>
          </a:stretch>
        </p:blipFill>
        <p:spPr>
          <a:xfrm>
            <a:off x="0" y="0"/>
            <a:ext cx="12191996" cy="6858000"/>
          </a:xfrm>
        </p:spPr>
      </p:pic>
      <p:sp>
        <p:nvSpPr>
          <p:cNvPr id="3" name="Titel 1">
            <a:extLst>
              <a:ext uri="{FF2B5EF4-FFF2-40B4-BE49-F238E27FC236}">
                <a16:creationId xmlns:a16="http://schemas.microsoft.com/office/drawing/2014/main" id="{209F4E67-3023-D1CF-446B-2CB13020598D}"/>
              </a:ext>
            </a:extLst>
          </p:cNvPr>
          <p:cNvSpPr txBox="1">
            <a:spLocks noGrp="1"/>
          </p:cNvSpPr>
          <p:nvPr>
            <p:ph type="title"/>
          </p:nvPr>
        </p:nvSpPr>
        <p:spPr/>
        <p:txBody>
          <a:bodyPr/>
          <a:lstStyle/>
          <a:p>
            <a:pPr lvl="0"/>
            <a:r>
              <a:rPr lang="de-DE"/>
              <a:t>Einstieg</a:t>
            </a:r>
          </a:p>
        </p:txBody>
      </p:sp>
      <p:sp>
        <p:nvSpPr>
          <p:cNvPr id="4" name="Rechteck: abgerundete Ecken 4">
            <a:extLst>
              <a:ext uri="{FF2B5EF4-FFF2-40B4-BE49-F238E27FC236}">
                <a16:creationId xmlns:a16="http://schemas.microsoft.com/office/drawing/2014/main" id="{594C9838-8870-A91D-05FD-D6CAF853D508}"/>
              </a:ext>
            </a:extLst>
          </p:cNvPr>
          <p:cNvSpPr/>
          <p:nvPr/>
        </p:nvSpPr>
        <p:spPr>
          <a:xfrm>
            <a:off x="163110" y="145005"/>
            <a:ext cx="3705368" cy="1651378"/>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E9E9E9"/>
          </a:solidFill>
          <a:ln w="19046"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de-DE" sz="4400" b="0" i="0" u="none" strike="noStrike" kern="1200" cap="none" spc="0" baseline="0">
                <a:solidFill>
                  <a:srgbClr val="000000"/>
                </a:solidFill>
                <a:uFillTx/>
                <a:latin typeface="Aptos"/>
              </a:rPr>
              <a:t>Einstieg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55CB13-C56C-59B7-6801-E83778BFB1DA}"/>
              </a:ext>
            </a:extLst>
          </p:cNvPr>
          <p:cNvSpPr txBox="1">
            <a:spLocks noGrp="1"/>
          </p:cNvSpPr>
          <p:nvPr>
            <p:ph type="title"/>
          </p:nvPr>
        </p:nvSpPr>
        <p:spPr/>
        <p:txBody>
          <a:bodyPr/>
          <a:lstStyle/>
          <a:p>
            <a:pPr lvl="0"/>
            <a:r>
              <a:rPr lang="de-DE"/>
              <a:t>Risiken – Übersicht</a:t>
            </a:r>
          </a:p>
        </p:txBody>
      </p:sp>
      <p:sp>
        <p:nvSpPr>
          <p:cNvPr id="3" name="Inhaltsplatzhalter 2">
            <a:extLst>
              <a:ext uri="{FF2B5EF4-FFF2-40B4-BE49-F238E27FC236}">
                <a16:creationId xmlns:a16="http://schemas.microsoft.com/office/drawing/2014/main" id="{378ACF21-934C-347C-935A-2FDBCA51B861}"/>
              </a:ext>
            </a:extLst>
          </p:cNvPr>
          <p:cNvSpPr txBox="1">
            <a:spLocks noGrp="1"/>
          </p:cNvSpPr>
          <p:nvPr>
            <p:ph idx="1"/>
          </p:nvPr>
        </p:nvSpPr>
        <p:spPr/>
        <p:txBody>
          <a:bodyPr/>
          <a:lstStyle/>
          <a:p>
            <a:pPr lvl="0"/>
            <a:r>
              <a:rPr lang="de-DE"/>
              <a:t>Iteriert auf Basis der Risikoanalyse des Audit 1</a:t>
            </a:r>
          </a:p>
          <a:p>
            <a:pPr lvl="0"/>
            <a:r>
              <a:rPr lang="de-DE"/>
              <a:t>Risiken sollen Projektrisiken abdecken</a:t>
            </a:r>
          </a:p>
          <a:p>
            <a:pPr lvl="1"/>
            <a:r>
              <a:rPr lang="de-DE"/>
              <a:t>„Was sind Risiken für unseren Projekterfolg?“</a:t>
            </a:r>
          </a:p>
          <a:p>
            <a:pPr lvl="0"/>
            <a:r>
              <a:rPr lang="de-DE"/>
              <a:t>Erlauben eine frühzeitige Einschätzung von:</a:t>
            </a:r>
          </a:p>
          <a:p>
            <a:pPr lvl="1"/>
            <a:r>
              <a:rPr lang="de-DE"/>
              <a:t>Risiko Wahrscheinlichkeit: „Wie hoch ist die Chance, dass das Risiko eintrifft?“</a:t>
            </a:r>
          </a:p>
          <a:p>
            <a:pPr lvl="1"/>
            <a:r>
              <a:rPr lang="de-DE"/>
              <a:t>Risiko Einfluss: „Was wäre der Einfluss, den dieses Risiko auf den Verlauf oder Erfolg des Projekts hätte?“</a:t>
            </a:r>
          </a:p>
          <a:p>
            <a:pPr lvl="0"/>
            <a:r>
              <a:rPr lang="de-DE"/>
              <a:t>Erlauben eine frühzeitige Planung von Gegenmaßnahmen, zur Minderung oder gänzlichen Verhinderung negativer Konsequenzen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F022E1-9FE0-F8BB-25C5-AAAB013D08C4}"/>
              </a:ext>
            </a:extLst>
          </p:cNvPr>
          <p:cNvSpPr txBox="1">
            <a:spLocks noGrp="1"/>
          </p:cNvSpPr>
          <p:nvPr>
            <p:ph type="title"/>
          </p:nvPr>
        </p:nvSpPr>
        <p:spPr/>
        <p:txBody>
          <a:bodyPr/>
          <a:lstStyle/>
          <a:p>
            <a:pPr lvl="0"/>
            <a:r>
              <a:rPr lang="de-DE"/>
              <a:t>Risiken – Transformation von Text</a:t>
            </a:r>
          </a:p>
        </p:txBody>
      </p:sp>
      <p:sp>
        <p:nvSpPr>
          <p:cNvPr id="3" name="Inhaltsplatzhalter 2">
            <a:extLst>
              <a:ext uri="{FF2B5EF4-FFF2-40B4-BE49-F238E27FC236}">
                <a16:creationId xmlns:a16="http://schemas.microsoft.com/office/drawing/2014/main" id="{2F10349C-D3B4-EBED-469E-EEFD328BE33D}"/>
              </a:ext>
            </a:extLst>
          </p:cNvPr>
          <p:cNvSpPr txBox="1">
            <a:spLocks noGrp="1"/>
          </p:cNvSpPr>
          <p:nvPr>
            <p:ph idx="1"/>
          </p:nvPr>
        </p:nvSpPr>
        <p:spPr/>
        <p:txBody>
          <a:bodyPr/>
          <a:lstStyle/>
          <a:p>
            <a:pPr marL="0" lvl="0" indent="0">
              <a:buNone/>
            </a:pPr>
            <a:r>
              <a:rPr lang="de-DE" b="1"/>
              <a:t>R508 – Transformation des Textes nicht möglich</a:t>
            </a:r>
          </a:p>
          <a:p>
            <a:pPr marL="0" lvl="0" indent="0">
              <a:buNone/>
            </a:pPr>
            <a:r>
              <a:rPr lang="de-DE" b="1"/>
              <a:t>Risiko:</a:t>
            </a:r>
            <a:endParaRPr lang="de-DE"/>
          </a:p>
          <a:p>
            <a:pPr lvl="0"/>
            <a:r>
              <a:rPr lang="de-DE"/>
              <a:t>Da im Spiel Interaktions-Texte während des Spielgeschehens auf multiple Arten manipuliert werden sollen, also in ihrer Größe, Form und Farbe verändert werden sollen, kann es dazu kommen, dass die Texttransformationen nicht wie gewünscht oder gar nicht stattfinden, was dazu führt, dass der Spieler nicht zum Zielverhalten, also der bevorzugten Wahl von Prokrastinations-Entscheidungen, geführt werden kann.</a:t>
            </a:r>
          </a:p>
          <a:p>
            <a:pPr marL="0" lvl="0" indent="0">
              <a:buNone/>
            </a:pPr>
            <a:r>
              <a:rPr lang="de-DE" b="1"/>
              <a:t>Risiko Wahrscheinlichkeit:</a:t>
            </a:r>
            <a:endParaRPr lang="de-DE"/>
          </a:p>
          <a:p>
            <a:pPr lvl="0"/>
            <a:r>
              <a:rPr lang="de-DE"/>
              <a:t>Geringe</a:t>
            </a:r>
          </a:p>
          <a:p>
            <a:pPr marL="0" lvl="0" indent="0">
              <a:buNone/>
            </a:pPr>
            <a:r>
              <a:rPr lang="de-DE" b="1"/>
              <a:t>Einfluss aufs Projekt:</a:t>
            </a:r>
            <a:endParaRPr lang="de-DE"/>
          </a:p>
          <a:p>
            <a:pPr lvl="0"/>
            <a:r>
              <a:rPr lang="de-DE"/>
              <a:t>Hoch</a:t>
            </a:r>
          </a:p>
          <a:p>
            <a:pPr marL="0" lvl="0" indent="0">
              <a:buNone/>
            </a:pPr>
            <a:r>
              <a:rPr lang="de-DE" b="1"/>
              <a:t>Gegenmaßnahme:</a:t>
            </a:r>
            <a:endParaRPr lang="de-DE"/>
          </a:p>
          <a:p>
            <a:pPr lvl="0"/>
            <a:r>
              <a:rPr lang="de-DE"/>
              <a:t>Standard-Eigenschaften für die Textelemente festlegen, welche anstelle von Transformationen verwendet werden können.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5F8EAE-AC91-302E-2CEA-E04B276F71B8}"/>
              </a:ext>
            </a:extLst>
          </p:cNvPr>
          <p:cNvSpPr txBox="1">
            <a:spLocks noGrp="1"/>
          </p:cNvSpPr>
          <p:nvPr>
            <p:ph type="title"/>
          </p:nvPr>
        </p:nvSpPr>
        <p:spPr/>
        <p:txBody>
          <a:bodyPr/>
          <a:lstStyle/>
          <a:p>
            <a:pPr lvl="0"/>
            <a:r>
              <a:rPr lang="de-DE"/>
              <a:t>PoCs – Übersicht</a:t>
            </a:r>
          </a:p>
        </p:txBody>
      </p:sp>
      <p:sp>
        <p:nvSpPr>
          <p:cNvPr id="3" name="Inhaltsplatzhalter 2">
            <a:extLst>
              <a:ext uri="{FF2B5EF4-FFF2-40B4-BE49-F238E27FC236}">
                <a16:creationId xmlns:a16="http://schemas.microsoft.com/office/drawing/2014/main" id="{CA0C1860-DB44-0939-F7ED-AFC62EE08C23}"/>
              </a:ext>
            </a:extLst>
          </p:cNvPr>
          <p:cNvSpPr txBox="1">
            <a:spLocks noGrp="1"/>
          </p:cNvSpPr>
          <p:nvPr>
            <p:ph idx="1"/>
          </p:nvPr>
        </p:nvSpPr>
        <p:spPr/>
        <p:txBody>
          <a:bodyPr/>
          <a:lstStyle/>
          <a:p>
            <a:pPr lvl="0"/>
            <a:r>
              <a:rPr lang="de-DE"/>
              <a:t>Iteriert auf PoCs aus Audit 1</a:t>
            </a:r>
          </a:p>
          <a:p>
            <a:pPr lvl="0"/>
            <a:r>
              <a:rPr lang="de-DE"/>
              <a:t>Einige PoCs leiten sich aus Risiken ab</a:t>
            </a:r>
          </a:p>
          <a:p>
            <a:pPr lvl="0"/>
            <a:r>
              <a:rPr lang="de-DE"/>
              <a:t>Andere PoCs haben sich durch Mockups und Projektplanung abgeleitet</a:t>
            </a:r>
          </a:p>
          <a:p>
            <a:pPr lvl="0"/>
            <a:r>
              <a:rPr lang="de-DE"/>
              <a:t>Sie erlauben besser zielführendes Arbeiten in der Implementation</a:t>
            </a:r>
          </a:p>
          <a:p>
            <a:pPr lvl="0"/>
            <a:endParaRPr lang="de-D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Titel 3">
            <a:extLst>
              <a:ext uri="{FF2B5EF4-FFF2-40B4-BE49-F238E27FC236}">
                <a16:creationId xmlns:a16="http://schemas.microsoft.com/office/drawing/2014/main" id="{94F40BEB-1FB4-0685-3157-AD78E218C7CF}"/>
              </a:ext>
            </a:extLst>
          </p:cNvPr>
          <p:cNvSpPr txBox="1">
            <a:spLocks noGrp="1"/>
          </p:cNvSpPr>
          <p:nvPr>
            <p:ph type="title"/>
          </p:nvPr>
        </p:nvSpPr>
        <p:spPr/>
        <p:txBody>
          <a:bodyPr/>
          <a:lstStyle/>
          <a:p>
            <a:pPr lvl="0"/>
            <a:r>
              <a:rPr lang="de-DE"/>
              <a:t>PoCs, welche aus R508 resultieren</a:t>
            </a:r>
          </a:p>
        </p:txBody>
      </p:sp>
      <p:sp>
        <p:nvSpPr>
          <p:cNvPr id="3" name="Textplatzhalter 4">
            <a:extLst>
              <a:ext uri="{FF2B5EF4-FFF2-40B4-BE49-F238E27FC236}">
                <a16:creationId xmlns:a16="http://schemas.microsoft.com/office/drawing/2014/main" id="{B8B4D3F0-7594-7705-BDE2-DDD5CCDAB948}"/>
              </a:ext>
            </a:extLst>
          </p:cNvPr>
          <p:cNvSpPr txBox="1">
            <a:spLocks noGrp="1"/>
          </p:cNvSpPr>
          <p:nvPr>
            <p:ph type="body" idx="1"/>
          </p:nvPr>
        </p:nvSpPr>
        <p:spPr/>
        <p:txBody>
          <a:bodyPr/>
          <a:lstStyle/>
          <a:p>
            <a:pPr lvl="0"/>
            <a:r>
              <a:rPr lang="de-DE"/>
              <a:t>PoC 404: Text Transformation – R508</a:t>
            </a:r>
          </a:p>
        </p:txBody>
      </p:sp>
      <p:sp>
        <p:nvSpPr>
          <p:cNvPr id="4" name="Inhaltsplatzhalter 5">
            <a:extLst>
              <a:ext uri="{FF2B5EF4-FFF2-40B4-BE49-F238E27FC236}">
                <a16:creationId xmlns:a16="http://schemas.microsoft.com/office/drawing/2014/main" id="{F1E6D1AA-AFF8-0752-893C-771A25F21E93}"/>
              </a:ext>
            </a:extLst>
          </p:cNvPr>
          <p:cNvSpPr txBox="1">
            <a:spLocks noGrp="1"/>
          </p:cNvSpPr>
          <p:nvPr>
            <p:ph type="body" idx="3"/>
          </p:nvPr>
        </p:nvSpPr>
        <p:spPr>
          <a:xfrm>
            <a:off x="839784" y="2505071"/>
            <a:ext cx="5157782" cy="3684583"/>
          </a:xfrm>
        </p:spPr>
        <p:txBody>
          <a:bodyPr anchor="t"/>
          <a:lstStyle/>
          <a:p>
            <a:pPr lvl="0"/>
            <a:r>
              <a:rPr lang="de-DE" sz="2800" b="0"/>
              <a:t>Es gilt zu beweisen, dass Text in TextBoxen bei Interaktion mit Aufgaben auf besondere Art und Weise, also durch Veränderung der Größe und/oder Farbe transformiert werden können.</a:t>
            </a:r>
          </a:p>
          <a:p>
            <a:pPr lvl="0"/>
            <a:r>
              <a:rPr lang="de-DE" sz="2800"/>
              <a:t>Exit Kriterium:</a:t>
            </a:r>
            <a:r>
              <a:rPr lang="de-DE" sz="2800" b="0"/>
              <a:t> Ein Beispiel Text, Text in einer Textauswahl, wie „Lorem Impsum“ verändert bei Auswahl die Font Size um 2 Punkte, die Farbe von #00CC00 zu #FF0000.</a:t>
            </a:r>
          </a:p>
          <a:p>
            <a:pPr lvl="0"/>
            <a:r>
              <a:rPr lang="de-DE" sz="2800"/>
              <a:t>Fail Kriterium:</a:t>
            </a:r>
            <a:r>
              <a:rPr lang="de-DE" sz="2800" b="0"/>
              <a:t> Font Size und Textfarbe der Auswahl verändern sich nicht, auch wenn die Auswahl selektiert ist.</a:t>
            </a:r>
          </a:p>
          <a:p>
            <a:pPr marL="228600" lvl="0" indent="-228600">
              <a:buChar char="•"/>
            </a:pPr>
            <a:r>
              <a:rPr lang="de-DE" sz="2800" b="0"/>
              <a:t>Fallback 1: Statt dynamischer Farbe und Font Size, welche nur bei Auswahl stattfinden, werden statische Werte bei Aufgabentexten angewendet.</a:t>
            </a:r>
          </a:p>
          <a:p>
            <a:pPr marL="228600" lvl="0" indent="-228600">
              <a:buChar char="•"/>
            </a:pPr>
            <a:r>
              <a:rPr lang="de-DE" sz="2800" b="0"/>
              <a:t>Fallback 2: Es werden nur Transformation von Font Size ODER Farbe angewendet.</a:t>
            </a:r>
          </a:p>
        </p:txBody>
      </p:sp>
      <p:sp>
        <p:nvSpPr>
          <p:cNvPr id="5" name="Textplatzhalter 6">
            <a:extLst>
              <a:ext uri="{FF2B5EF4-FFF2-40B4-BE49-F238E27FC236}">
                <a16:creationId xmlns:a16="http://schemas.microsoft.com/office/drawing/2014/main" id="{6E6AED34-B47F-018A-2A4F-151DA812D14D}"/>
              </a:ext>
            </a:extLst>
          </p:cNvPr>
          <p:cNvSpPr txBox="1">
            <a:spLocks noGrp="1"/>
          </p:cNvSpPr>
          <p:nvPr>
            <p:ph idx="2"/>
          </p:nvPr>
        </p:nvSpPr>
        <p:spPr>
          <a:xfrm>
            <a:off x="6172200" y="1681160"/>
            <a:ext cx="5183184" cy="823910"/>
          </a:xfrm>
        </p:spPr>
        <p:txBody>
          <a:bodyPr anchor="b"/>
          <a:lstStyle/>
          <a:p>
            <a:pPr marL="0" lvl="0" indent="0">
              <a:buNone/>
            </a:pPr>
            <a:r>
              <a:rPr lang="de-DE" sz="2400" b="1"/>
              <a:t>PoC 405: Text Verformung – R508</a:t>
            </a:r>
          </a:p>
        </p:txBody>
      </p:sp>
      <p:sp>
        <p:nvSpPr>
          <p:cNvPr id="6" name="Inhaltsplatzhalter 7">
            <a:extLst>
              <a:ext uri="{FF2B5EF4-FFF2-40B4-BE49-F238E27FC236}">
                <a16:creationId xmlns:a16="http://schemas.microsoft.com/office/drawing/2014/main" id="{EFBBA973-E850-ADF7-2D10-5D282BA53A1D}"/>
              </a:ext>
            </a:extLst>
          </p:cNvPr>
          <p:cNvSpPr txBox="1">
            <a:spLocks noGrp="1"/>
          </p:cNvSpPr>
          <p:nvPr>
            <p:ph idx="4"/>
          </p:nvPr>
        </p:nvSpPr>
        <p:spPr/>
        <p:txBody>
          <a:bodyPr/>
          <a:lstStyle/>
          <a:p>
            <a:pPr marL="0" lvl="0" indent="0">
              <a:buNone/>
            </a:pPr>
            <a:r>
              <a:rPr lang="de-DE"/>
              <a:t>Es gilt zu beweisen, dass die Text-Geometrie des Textes in TextBoxen bei Interaktion mit Aufgaben verformt/animiert werden kann.</a:t>
            </a:r>
            <a:br>
              <a:rPr lang="de-DE"/>
            </a:br>
            <a:endParaRPr lang="de-DE"/>
          </a:p>
          <a:p>
            <a:pPr marL="0" lvl="0" indent="0">
              <a:buNone/>
            </a:pPr>
            <a:r>
              <a:rPr lang="de-DE" b="1"/>
              <a:t>Exit Kriterium:</a:t>
            </a:r>
            <a:r>
              <a:rPr lang="de-DE"/>
              <a:t> Ein Beispiel, Text in einer Textauswahl, wie „Lorem Impsum“ verändert bei Auswahl sichtbar die Form und wird verzerrt.</a:t>
            </a:r>
          </a:p>
          <a:p>
            <a:pPr marL="0" lvl="0" indent="0">
              <a:buNone/>
            </a:pPr>
            <a:r>
              <a:rPr lang="de-DE" b="1"/>
              <a:t>Fail Kriterium:</a:t>
            </a:r>
            <a:r>
              <a:rPr lang="de-DE"/>
              <a:t> Form der Auswahl verändern sich nicht, auch wenn die Auswahl selektiert ist.</a:t>
            </a:r>
          </a:p>
          <a:p>
            <a:pPr lvl="0"/>
            <a:r>
              <a:rPr lang="de-DE"/>
              <a:t>Fallback 1: Statt dynamischer Verformung, welche nur bei Auswahl stattfinden, werden durchgehende Verformungen bei Aufgabentexten angewendet.</a:t>
            </a:r>
          </a:p>
          <a:p>
            <a:pPr lvl="0"/>
            <a:r>
              <a:rPr lang="de-DE"/>
              <a:t>Fallback 2: Es werden keine Verformungen verwendet.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ECFE0B-4EE3-CE54-405D-6BE60D33D68C}"/>
              </a:ext>
            </a:extLst>
          </p:cNvPr>
          <p:cNvSpPr txBox="1">
            <a:spLocks noGrp="1"/>
          </p:cNvSpPr>
          <p:nvPr>
            <p:ph type="title"/>
          </p:nvPr>
        </p:nvSpPr>
        <p:spPr/>
        <p:txBody>
          <a:bodyPr/>
          <a:lstStyle/>
          <a:p>
            <a:pPr lvl="0"/>
            <a:r>
              <a:rPr lang="de-DE"/>
              <a:t>PoC: das Aufzählen von dem Zeitparameter</a:t>
            </a:r>
          </a:p>
        </p:txBody>
      </p:sp>
      <p:sp>
        <p:nvSpPr>
          <p:cNvPr id="3" name="Inhaltsplatzhalter 2">
            <a:extLst>
              <a:ext uri="{FF2B5EF4-FFF2-40B4-BE49-F238E27FC236}">
                <a16:creationId xmlns:a16="http://schemas.microsoft.com/office/drawing/2014/main" id="{EC5415FA-9E5E-2B22-0559-A289891D03BE}"/>
              </a:ext>
            </a:extLst>
          </p:cNvPr>
          <p:cNvSpPr txBox="1">
            <a:spLocks noGrp="1"/>
          </p:cNvSpPr>
          <p:nvPr>
            <p:ph idx="1"/>
          </p:nvPr>
        </p:nvSpPr>
        <p:spPr/>
        <p:txBody>
          <a:bodyPr>
            <a:noAutofit/>
          </a:bodyPr>
          <a:lstStyle/>
          <a:p>
            <a:pPr marL="0" lvl="0" indent="0">
              <a:buNone/>
            </a:pPr>
            <a:r>
              <a:rPr lang="de-DE" b="1"/>
              <a:t>PoC 307: Aufzählen des Zeitparameters</a:t>
            </a:r>
            <a:r>
              <a:rPr lang="de-DE"/>
              <a:t> </a:t>
            </a:r>
          </a:p>
          <a:p>
            <a:pPr marL="0" lvl="0" indent="0">
              <a:buNone/>
            </a:pPr>
            <a:r>
              <a:rPr lang="de-DE" sz="2000"/>
              <a:t>Es gilt zu beweisen, dass der Zeitparameter in regelmäßigen Zeitabständen um 1 inkrementiert, und so das Voranschreiten der Zeit im Spiel simuliert. </a:t>
            </a:r>
          </a:p>
          <a:p>
            <a:pPr marL="0" lvl="0" indent="0">
              <a:buNone/>
            </a:pPr>
            <a:r>
              <a:rPr lang="de-DE" sz="2000" b="1"/>
              <a:t>Exit Kriterium:</a:t>
            </a:r>
            <a:r>
              <a:rPr lang="de-DE" sz="2000"/>
              <a:t> Der Parameter wird mit jedem Inkrementieren in einem regelmäßigen Zeitabstand in der Konsole ausgegeben und die Werte haben eine Differenz von 1. </a:t>
            </a:r>
          </a:p>
          <a:p>
            <a:pPr marL="0" lvl="0" indent="0">
              <a:buNone/>
            </a:pPr>
            <a:r>
              <a:rPr lang="de-DE" sz="2000" b="1"/>
              <a:t>Fail Kriterium:</a:t>
            </a:r>
            <a:r>
              <a:rPr lang="de-DE" sz="2000"/>
              <a:t> Die Inkrementierung, welche in der Konsole ausgegeben wird, findet nicht regelmäßig statt und die Werte haben eine Differenz größer oder kleiner als 1. </a:t>
            </a:r>
          </a:p>
          <a:p>
            <a:pPr lvl="0"/>
            <a:r>
              <a:rPr lang="de-DE" sz="2000"/>
              <a:t>Fallback: Aktuelle Systemzeit in einer Variable speichern, um Zielzeit (z.B. 1000 Sekunden) addieren, und regelmäßig prüfen, ob die Systemzeit größer als die Zeit in der Variable ist. </a:t>
            </a:r>
          </a:p>
          <a:p>
            <a:pPr lvl="0"/>
            <a:r>
              <a:rPr lang="de-DE" sz="2000"/>
              <a:t>Fallback: Statt Zeit zu zählen, wird jede Interaktion in einem Array oder einer Queue gespeichert, wobei jede Interaktion zugewiesen „Zeit“-Werte hat, welche die Dauer der Interaktion bestimmen.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C7A220-3B5F-E9C1-522F-1E01553FBDE5}"/>
              </a:ext>
            </a:extLst>
          </p:cNvPr>
          <p:cNvSpPr txBox="1">
            <a:spLocks noGrp="1"/>
          </p:cNvSpPr>
          <p:nvPr>
            <p:ph type="title"/>
          </p:nvPr>
        </p:nvSpPr>
        <p:spPr/>
        <p:txBody>
          <a:bodyPr/>
          <a:lstStyle/>
          <a:p>
            <a:pPr lvl="0"/>
            <a:r>
              <a:rPr lang="de-DE"/>
              <a:t>Übersicht der Änderungen im Projektplan</a:t>
            </a:r>
          </a:p>
        </p:txBody>
      </p:sp>
      <p:sp>
        <p:nvSpPr>
          <p:cNvPr id="3" name="Inhaltsplatzhalter 2">
            <a:extLst>
              <a:ext uri="{FF2B5EF4-FFF2-40B4-BE49-F238E27FC236}">
                <a16:creationId xmlns:a16="http://schemas.microsoft.com/office/drawing/2014/main" id="{E94DBBEB-9374-D5B0-D809-5324AFC0A74B}"/>
              </a:ext>
            </a:extLst>
          </p:cNvPr>
          <p:cNvSpPr txBox="1">
            <a:spLocks noGrp="1"/>
          </p:cNvSpPr>
          <p:nvPr>
            <p:ph idx="1"/>
          </p:nvPr>
        </p:nvSpPr>
        <p:spPr>
          <a:xfrm>
            <a:off x="838203" y="1825627"/>
            <a:ext cx="10693761" cy="4351336"/>
          </a:xfrm>
        </p:spPr>
        <p:txBody>
          <a:bodyPr/>
          <a:lstStyle/>
          <a:p>
            <a:pPr lvl="0"/>
            <a:r>
              <a:rPr lang="de-DE"/>
              <a:t>Die Risikoanalyse hat 2 Wochen mehr gedauert als erwartet.</a:t>
            </a:r>
          </a:p>
          <a:p>
            <a:pPr lvl="0"/>
            <a:r>
              <a:rPr lang="de-DE"/>
              <a:t>Der Projektplan wurde erweitert um:</a:t>
            </a:r>
          </a:p>
          <a:p>
            <a:pPr lvl="1"/>
            <a:r>
              <a:rPr lang="de-DE"/>
              <a:t>User-Interface (UI)					| In Audit 3 (Rapid P.)</a:t>
            </a:r>
          </a:p>
          <a:p>
            <a:pPr lvl="1"/>
            <a:r>
              <a:rPr lang="de-DE"/>
              <a:t>Tooltips, als Erweiterung zum UI			| Nach Audit 3 (Funkt. P.)</a:t>
            </a:r>
          </a:p>
          <a:p>
            <a:pPr lvl="1"/>
            <a:r>
              <a:rPr lang="de-DE"/>
              <a:t>Kollision, separiert von Raum und Character 	| Nach Audit 3 (Funkt. P.)</a:t>
            </a:r>
          </a:p>
          <a:p>
            <a:pPr lvl="1"/>
            <a:r>
              <a:rPr lang="de-DE"/>
              <a:t>Visuelle Effekte – Text					| In Audit 3 (Rapid P.)</a:t>
            </a:r>
          </a:p>
          <a:p>
            <a:pPr lvl="1"/>
            <a:r>
              <a:rPr lang="de-DE"/>
              <a:t>Visuelle Effekte – (Funkt. Prototyp)			| Nach Audit 3 (Funkt. 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9">
    <p:bg>
      <p:bgPr>
        <a:solidFill>
          <a:srgbClr val="000000"/>
        </a:solidFill>
        <a:effectLst/>
      </p:bgPr>
    </p:bg>
    <p:spTree>
      <p:nvGrpSpPr>
        <p:cNvPr id="1" name=""/>
        <p:cNvGrpSpPr/>
        <p:nvPr/>
      </p:nvGrpSpPr>
      <p:grpSpPr>
        <a:xfrm>
          <a:off x="0" y="0"/>
          <a:ext cx="0" cy="0"/>
          <a:chOff x="0" y="0"/>
          <a:chExt cx="0" cy="0"/>
        </a:xfrm>
      </p:grpSpPr>
      <p:pic>
        <p:nvPicPr>
          <p:cNvPr id="2" name="Inhaltsplatzhalter 3" descr="Ein Bild, das Text, Handschrift, Schrift, Screenshot enthält.&#10;&#10;KI-generierte Inhalte können fehlerhaft sein.">
            <a:extLst>
              <a:ext uri="{FF2B5EF4-FFF2-40B4-BE49-F238E27FC236}">
                <a16:creationId xmlns:a16="http://schemas.microsoft.com/office/drawing/2014/main" id="{3A6D2D11-4B72-94B9-3C3C-F9B47F9340E4}"/>
              </a:ext>
            </a:extLst>
          </p:cNvPr>
          <p:cNvPicPr>
            <a:picLocks noGrp="1" noChangeAspect="1"/>
          </p:cNvPicPr>
          <p:nvPr>
            <p:ph idx="1"/>
          </p:nvPr>
        </p:nvPicPr>
        <p:blipFill>
          <a:blip r:embed="rId3"/>
          <a:srcRect b="3434"/>
          <a:stretch>
            <a:fillRect/>
          </a:stretch>
        </p:blipFill>
        <p:spPr>
          <a:xfrm>
            <a:off x="734802" y="0"/>
            <a:ext cx="11048978" cy="6268349"/>
          </a:xfrm>
        </p:spPr>
      </p:pic>
      <p:sp>
        <p:nvSpPr>
          <p:cNvPr id="3" name="Rectangle 8">
            <a:extLst>
              <a:ext uri="{FF2B5EF4-FFF2-40B4-BE49-F238E27FC236}">
                <a16:creationId xmlns:a16="http://schemas.microsoft.com/office/drawing/2014/main" id="{D0A95FB6-5990-D1B5-E4B7-0F668C114500}"/>
              </a:ext>
              <a:ext uri="{C183D7F6-B498-43B3-948B-1728B52AA6E4}">
                <adec:decorative xmlns:adec="http://schemas.microsoft.com/office/drawing/2017/decorative" val="1"/>
              </a:ext>
            </a:extLst>
          </p:cNvPr>
          <p:cNvSpPr>
            <a:spLocks noMove="1" noResize="1"/>
          </p:cNvSpPr>
          <p:nvPr/>
        </p:nvSpPr>
        <p:spPr>
          <a:xfrm>
            <a:off x="0" y="5320143"/>
            <a:ext cx="12191996" cy="736549"/>
          </a:xfrm>
          <a:prstGeom prst="rect">
            <a:avLst/>
          </a:prstGeom>
          <a:solidFill>
            <a:srgbClr val="FFFFFF">
              <a:alpha val="93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4" name="Titel 1">
            <a:extLst>
              <a:ext uri="{FF2B5EF4-FFF2-40B4-BE49-F238E27FC236}">
                <a16:creationId xmlns:a16="http://schemas.microsoft.com/office/drawing/2014/main" id="{E36E385D-46A7-3EC2-DAF5-50337BCC6A36}"/>
              </a:ext>
            </a:extLst>
          </p:cNvPr>
          <p:cNvSpPr txBox="1">
            <a:spLocks noGrp="1"/>
          </p:cNvSpPr>
          <p:nvPr>
            <p:ph type="title"/>
          </p:nvPr>
        </p:nvSpPr>
        <p:spPr>
          <a:xfrm>
            <a:off x="489048" y="5316001"/>
            <a:ext cx="11210928" cy="744833"/>
          </a:xfrm>
        </p:spPr>
        <p:txBody>
          <a:bodyPr anchorCtr="1"/>
          <a:lstStyle/>
          <a:p>
            <a:pPr lvl="0" algn="ctr"/>
            <a:r>
              <a:rPr lang="en-US" sz="3600">
                <a:solidFill>
                  <a:srgbClr val="262626"/>
                </a:solidFill>
              </a:rPr>
              <a:t>Ausblick</a:t>
            </a:r>
          </a:p>
        </p:txBody>
      </p:sp>
      <p:cxnSp>
        <p:nvCxnSpPr>
          <p:cNvPr id="5" name="Straight Connector 10">
            <a:extLst>
              <a:ext uri="{FF2B5EF4-FFF2-40B4-BE49-F238E27FC236}">
                <a16:creationId xmlns:a16="http://schemas.microsoft.com/office/drawing/2014/main" id="{B0246BA8-8433-D549-A55A-A97EC6FB9B9E}"/>
              </a:ext>
              <a:ext uri="{C183D7F6-B498-43B3-948B-1728B52AA6E4}">
                <adec:decorative xmlns:adec="http://schemas.microsoft.com/office/drawing/2017/decorative" val="1"/>
              </a:ext>
            </a:extLst>
          </p:cNvPr>
          <p:cNvCxnSpPr>
            <a:cxnSpLocks noMove="1" noResize="1"/>
          </p:cNvCxnSpPr>
          <p:nvPr/>
        </p:nvCxnSpPr>
        <p:spPr>
          <a:xfrm>
            <a:off x="0" y="5241980"/>
            <a:ext cx="12191996" cy="0"/>
          </a:xfrm>
          <a:prstGeom prst="straightConnector1">
            <a:avLst/>
          </a:prstGeom>
          <a:noFill/>
          <a:ln w="41276" cap="flat">
            <a:solidFill>
              <a:srgbClr val="FFFFFF">
                <a:alpha val="90000"/>
              </a:srgbClr>
            </a:solidFill>
            <a:prstDash val="solid"/>
            <a:miter/>
          </a:ln>
        </p:spPr>
      </p:cxnSp>
      <p:cxnSp>
        <p:nvCxnSpPr>
          <p:cNvPr id="6" name="Straight Connector 12">
            <a:extLst>
              <a:ext uri="{FF2B5EF4-FFF2-40B4-BE49-F238E27FC236}">
                <a16:creationId xmlns:a16="http://schemas.microsoft.com/office/drawing/2014/main" id="{813DD079-4572-9A33-7C8D-5C750CA5284F}"/>
              </a:ext>
              <a:ext uri="{C183D7F6-B498-43B3-948B-1728B52AA6E4}">
                <adec:decorative xmlns:adec="http://schemas.microsoft.com/office/drawing/2017/decorative" val="1"/>
              </a:ext>
            </a:extLst>
          </p:cNvPr>
          <p:cNvCxnSpPr>
            <a:cxnSpLocks noMove="1" noResize="1"/>
          </p:cNvCxnSpPr>
          <p:nvPr/>
        </p:nvCxnSpPr>
        <p:spPr>
          <a:xfrm>
            <a:off x="0" y="6134855"/>
            <a:ext cx="12191996" cy="0"/>
          </a:xfrm>
          <a:prstGeom prst="straightConnector1">
            <a:avLst/>
          </a:prstGeom>
          <a:noFill/>
          <a:ln w="41276" cap="flat">
            <a:solidFill>
              <a:srgbClr val="FFFFFF">
                <a:alpha val="90000"/>
              </a:srgbClr>
            </a:solidFill>
            <a:prstDash val="solid"/>
            <a:miter/>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5">
    <p:bg>
      <p:bgPr>
        <a:solidFill>
          <a:srgbClr val="FFFFFF"/>
        </a:solidFill>
        <a:effectLst/>
      </p:bgPr>
    </p:bg>
    <p:spTree>
      <p:nvGrpSpPr>
        <p:cNvPr id="1" name=""/>
        <p:cNvGrpSpPr/>
        <p:nvPr/>
      </p:nvGrpSpPr>
      <p:grpSpPr>
        <a:xfrm>
          <a:off x="0" y="0"/>
          <a:ext cx="0" cy="0"/>
          <a:chOff x="0" y="0"/>
          <a:chExt cx="0" cy="0"/>
        </a:xfrm>
      </p:grpSpPr>
      <p:sp>
        <p:nvSpPr>
          <p:cNvPr id="2" name="Rectangle 145">
            <a:extLst>
              <a:ext uri="{FF2B5EF4-FFF2-40B4-BE49-F238E27FC236}">
                <a16:creationId xmlns:a16="http://schemas.microsoft.com/office/drawing/2014/main" id="{97B991EA-A760-4B44-6841-83EB4C1C0A35}"/>
              </a:ext>
              <a:ext uri="{C183D7F6-B498-43B3-948B-1728B52AA6E4}">
                <adec:decorative xmlns:adec="http://schemas.microsoft.com/office/drawing/2017/decorative" val="1"/>
              </a:ext>
            </a:extLst>
          </p:cNvPr>
          <p:cNvSpPr>
            <a:spLocks noMove="1" noResize="1"/>
          </p:cNvSpPr>
          <p:nvPr/>
        </p:nvSpPr>
        <p:spPr>
          <a:xfrm>
            <a:off x="0" y="0"/>
            <a:ext cx="12191996" cy="6858000"/>
          </a:xfrm>
          <a:prstGeom prst="rect">
            <a:avLst/>
          </a:prstGeom>
          <a:solidFill>
            <a:srgbClr val="156082"/>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3" name="Rectangle 147">
            <a:extLst>
              <a:ext uri="{FF2B5EF4-FFF2-40B4-BE49-F238E27FC236}">
                <a16:creationId xmlns:a16="http://schemas.microsoft.com/office/drawing/2014/main" id="{BAEB9121-8547-BA41-42F1-0DC58E0A53EE}"/>
              </a:ext>
              <a:ext uri="{C183D7F6-B498-43B3-948B-1728B52AA6E4}">
                <adec:decorative xmlns:adec="http://schemas.microsoft.com/office/drawing/2017/decorative" val="1"/>
              </a:ext>
            </a:extLst>
          </p:cNvPr>
          <p:cNvSpPr>
            <a:spLocks noMove="1" noResize="1"/>
          </p:cNvSpPr>
          <p:nvPr/>
        </p:nvSpPr>
        <p:spPr>
          <a:xfrm>
            <a:off x="0" y="0"/>
            <a:ext cx="12191996" cy="6858000"/>
          </a:xfrm>
          <a:prstGeom prst="rect">
            <a:avLst/>
          </a:prstGeom>
          <a:solidFill>
            <a:srgbClr val="156082">
              <a:alpha val="20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pic>
        <p:nvPicPr>
          <p:cNvPr id="4" name="Picture 4" descr="Hölzerne Menschengestalt">
            <a:extLst>
              <a:ext uri="{FF2B5EF4-FFF2-40B4-BE49-F238E27FC236}">
                <a16:creationId xmlns:a16="http://schemas.microsoft.com/office/drawing/2014/main" id="{0CF71A6C-EABB-CB24-2849-C1079C236239}"/>
              </a:ext>
            </a:extLst>
          </p:cNvPr>
          <p:cNvPicPr>
            <a:picLocks noChangeAspect="1"/>
          </p:cNvPicPr>
          <p:nvPr/>
        </p:nvPicPr>
        <p:blipFill>
          <a:blip r:embed="rId3">
            <a:alphaModFix amt="10000"/>
          </a:blip>
          <a:srcRect b="15751"/>
          <a:stretch>
            <a:fillRect/>
          </a:stretch>
        </p:blipFill>
        <p:spPr>
          <a:xfrm>
            <a:off x="18" y="0"/>
            <a:ext cx="12191978" cy="6858000"/>
          </a:xfrm>
          <a:prstGeom prst="rect">
            <a:avLst/>
          </a:prstGeom>
          <a:noFill/>
          <a:ln cap="flat">
            <a:noFill/>
          </a:ln>
        </p:spPr>
      </p:pic>
      <p:sp>
        <p:nvSpPr>
          <p:cNvPr id="5" name="Titel 1">
            <a:extLst>
              <a:ext uri="{FF2B5EF4-FFF2-40B4-BE49-F238E27FC236}">
                <a16:creationId xmlns:a16="http://schemas.microsoft.com/office/drawing/2014/main" id="{D5375A38-B595-F7FA-7358-628F1A1732BF}"/>
              </a:ext>
            </a:extLst>
          </p:cNvPr>
          <p:cNvSpPr txBox="1">
            <a:spLocks noGrp="1"/>
          </p:cNvSpPr>
          <p:nvPr>
            <p:ph type="title"/>
          </p:nvPr>
        </p:nvSpPr>
        <p:spPr>
          <a:xfrm>
            <a:off x="732571" y="1169983"/>
            <a:ext cx="10530321" cy="2736387"/>
          </a:xfrm>
        </p:spPr>
        <p:txBody>
          <a:bodyPr/>
          <a:lstStyle/>
          <a:p>
            <a:pPr lvl="0"/>
            <a:r>
              <a:rPr lang="en-US" sz="8000">
                <a:solidFill>
                  <a:srgbClr val="0E2841"/>
                </a:solidFill>
              </a:rPr>
              <a:t>Fragen</a:t>
            </a:r>
          </a:p>
        </p:txBody>
      </p:sp>
      <p:sp>
        <p:nvSpPr>
          <p:cNvPr id="6" name="Textplatzhalter 3">
            <a:extLst>
              <a:ext uri="{FF2B5EF4-FFF2-40B4-BE49-F238E27FC236}">
                <a16:creationId xmlns:a16="http://schemas.microsoft.com/office/drawing/2014/main" id="{F70D45DD-6803-014B-C951-889D8CE26479}"/>
              </a:ext>
            </a:extLst>
          </p:cNvPr>
          <p:cNvSpPr txBox="1">
            <a:spLocks noGrp="1"/>
          </p:cNvSpPr>
          <p:nvPr>
            <p:ph type="body" idx="1"/>
          </p:nvPr>
        </p:nvSpPr>
        <p:spPr>
          <a:xfrm>
            <a:off x="732571" y="4067744"/>
            <a:ext cx="10530321" cy="1949811"/>
          </a:xfrm>
        </p:spPr>
        <p:txBody>
          <a:bodyPr/>
          <a:lstStyle/>
          <a:p>
            <a:pPr lvl="0"/>
            <a:r>
              <a:rPr lang="en-US" sz="2200">
                <a:solidFill>
                  <a:srgbClr val="0E2841"/>
                </a:solidFill>
              </a:rPr>
              <a:t>Nun kommen wir zu Ihren Fragen.</a:t>
            </a:r>
          </a:p>
        </p:txBody>
      </p:sp>
      <p:cxnSp>
        <p:nvCxnSpPr>
          <p:cNvPr id="7" name="Straight Connector 149">
            <a:extLst>
              <a:ext uri="{FF2B5EF4-FFF2-40B4-BE49-F238E27FC236}">
                <a16:creationId xmlns:a16="http://schemas.microsoft.com/office/drawing/2014/main" id="{9DE4CA87-F8E4-77B9-B4F2-03C22309DF1C}"/>
              </a:ext>
              <a:ext uri="{C183D7F6-B498-43B3-948B-1728B52AA6E4}">
                <adec:decorative xmlns:adec="http://schemas.microsoft.com/office/drawing/2017/decorative" val="1"/>
              </a:ext>
            </a:extLst>
          </p:cNvPr>
          <p:cNvCxnSpPr>
            <a:cxnSpLocks noMove="1" noResize="1"/>
          </p:cNvCxnSpPr>
          <p:nvPr/>
        </p:nvCxnSpPr>
        <p:spPr>
          <a:xfrm flipH="1">
            <a:off x="732571" y="246028"/>
            <a:ext cx="255493" cy="546555"/>
          </a:xfrm>
          <a:prstGeom prst="straightConnector1">
            <a:avLst/>
          </a:prstGeom>
          <a:noFill/>
          <a:ln w="12701" cap="flat">
            <a:solidFill>
              <a:srgbClr val="0E2841"/>
            </a:solidFill>
            <a:prstDash val="solid"/>
            <a:miter/>
          </a:ln>
        </p:spPr>
      </p:cxnSp>
      <p:cxnSp>
        <p:nvCxnSpPr>
          <p:cNvPr id="8" name="Straight Connector 151">
            <a:extLst>
              <a:ext uri="{FF2B5EF4-FFF2-40B4-BE49-F238E27FC236}">
                <a16:creationId xmlns:a16="http://schemas.microsoft.com/office/drawing/2014/main" id="{8104ABB8-89EA-5CD6-32C1-9F235AC06E72}"/>
              </a:ext>
              <a:ext uri="{C183D7F6-B498-43B3-948B-1728B52AA6E4}">
                <adec:decorative xmlns:adec="http://schemas.microsoft.com/office/drawing/2017/decorative" val="1"/>
              </a:ext>
            </a:extLst>
          </p:cNvPr>
          <p:cNvCxnSpPr>
            <a:cxnSpLocks noMove="1" noResize="1"/>
          </p:cNvCxnSpPr>
          <p:nvPr/>
        </p:nvCxnSpPr>
        <p:spPr>
          <a:xfrm flipH="1">
            <a:off x="840443" y="6522753"/>
            <a:ext cx="10717188" cy="0"/>
          </a:xfrm>
          <a:prstGeom prst="straightConnector1">
            <a:avLst/>
          </a:prstGeom>
          <a:noFill/>
          <a:ln w="12701" cap="sq">
            <a:solidFill>
              <a:srgbClr val="0E2841"/>
            </a:solidFill>
            <a:prstDash val="solid"/>
            <a:miter/>
          </a:ln>
        </p:spPr>
      </p:cxnSp>
      <p:grpSp>
        <p:nvGrpSpPr>
          <p:cNvPr id="9" name="Group 153">
            <a:extLst>
              <a:ext uri="{FF2B5EF4-FFF2-40B4-BE49-F238E27FC236}">
                <a16:creationId xmlns:a16="http://schemas.microsoft.com/office/drawing/2014/main" id="{26240D9C-947C-DF8E-8781-B127438BCDC4}"/>
              </a:ext>
              <a:ext uri="{C183D7F6-B498-43B3-948B-1728B52AA6E4}">
                <adec:decorative xmlns:adec="http://schemas.microsoft.com/office/drawing/2017/decorative" val="1"/>
              </a:ext>
            </a:extLst>
          </p:cNvPr>
          <p:cNvGrpSpPr/>
          <p:nvPr/>
        </p:nvGrpSpPr>
        <p:grpSpPr>
          <a:xfrm>
            <a:off x="12829918" y="6400800"/>
            <a:ext cx="338328" cy="240176"/>
            <a:chOff x="12829918" y="6400800"/>
            <a:chExt cx="338328" cy="240176"/>
          </a:xfrm>
        </p:grpSpPr>
        <p:cxnSp>
          <p:nvCxnSpPr>
            <p:cNvPr id="10" name="Straight Connector 154">
              <a:extLst>
                <a:ext uri="{FF2B5EF4-FFF2-40B4-BE49-F238E27FC236}">
                  <a16:creationId xmlns:a16="http://schemas.microsoft.com/office/drawing/2014/main" id="{AD0D4BF4-D4DA-015B-821D-2DDE73CB60DC}"/>
                </a:ext>
                <a:ext uri="{C183D7F6-B498-43B3-948B-1728B52AA6E4}">
                  <adec:decorative xmlns:adec="http://schemas.microsoft.com/office/drawing/2017/decorative" val="1"/>
                </a:ext>
              </a:extLst>
            </p:cNvPr>
            <p:cNvCxnSpPr/>
            <p:nvPr/>
          </p:nvCxnSpPr>
          <p:spPr>
            <a:xfrm>
              <a:off x="12999082" y="6400800"/>
              <a:ext cx="0" cy="240176"/>
            </a:xfrm>
            <a:prstGeom prst="straightConnector1">
              <a:avLst/>
            </a:prstGeom>
            <a:noFill/>
            <a:ln w="12701" cap="flat">
              <a:solidFill>
                <a:srgbClr val="0E2841"/>
              </a:solidFill>
              <a:prstDash val="solid"/>
              <a:miter/>
            </a:ln>
          </p:spPr>
        </p:cxnSp>
        <p:cxnSp>
          <p:nvCxnSpPr>
            <p:cNvPr id="11" name="Straight Connector 155">
              <a:extLst>
                <a:ext uri="{FF2B5EF4-FFF2-40B4-BE49-F238E27FC236}">
                  <a16:creationId xmlns:a16="http://schemas.microsoft.com/office/drawing/2014/main" id="{DF2257BF-178B-837F-6572-15973711FB1E}"/>
                </a:ext>
                <a:ext uri="{C183D7F6-B498-43B3-948B-1728B52AA6E4}">
                  <adec:decorative xmlns:adec="http://schemas.microsoft.com/office/drawing/2017/decorative" val="1"/>
                </a:ext>
              </a:extLst>
            </p:cNvPr>
            <p:cNvCxnSpPr/>
            <p:nvPr/>
          </p:nvCxnSpPr>
          <p:spPr>
            <a:xfrm>
              <a:off x="12829918" y="6520888"/>
              <a:ext cx="338328" cy="0"/>
            </a:xfrm>
            <a:prstGeom prst="straightConnector1">
              <a:avLst/>
            </a:prstGeom>
            <a:noFill/>
            <a:ln w="12701" cap="flat">
              <a:solidFill>
                <a:srgbClr val="0E2841"/>
              </a:solidFill>
              <a:prstDash val="solid"/>
              <a:miter/>
            </a:ln>
          </p:spPr>
        </p:cxnSp>
      </p:gr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1691</Words>
  <Application>Microsoft Office PowerPoint</Application>
  <PresentationFormat>Breitbild</PresentationFormat>
  <Paragraphs>83</Paragraphs>
  <Slides>10</Slides>
  <Notes>10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10</vt:i4>
      </vt:variant>
    </vt:vector>
  </HeadingPairs>
  <TitlesOfParts>
    <vt:vector size="15" baseType="lpstr">
      <vt:lpstr>Aptos</vt:lpstr>
      <vt:lpstr>Aptos Display</vt:lpstr>
      <vt:lpstr>Arial</vt:lpstr>
      <vt:lpstr>Calibri</vt:lpstr>
      <vt:lpstr>Office</vt:lpstr>
      <vt:lpstr>EP Audit 2</vt:lpstr>
      <vt:lpstr>Einstieg</vt:lpstr>
      <vt:lpstr>Risiken – Übersicht</vt:lpstr>
      <vt:lpstr>Risiken – Transformation von Text</vt:lpstr>
      <vt:lpstr>PoCs – Übersicht</vt:lpstr>
      <vt:lpstr>PoCs, welche aus R508 resultieren</vt:lpstr>
      <vt:lpstr>PoC: das Aufzählen von dem Zeitparameter</vt:lpstr>
      <vt:lpstr>Übersicht der Änderungen im Projektplan</vt:lpstr>
      <vt:lpstr>Ausblick</vt:lpstr>
      <vt:lpstr>Fragen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Robin Schlegel (rschlege)</dc:creator>
  <cp:lastModifiedBy>Ben Pritzkau (bpritzka)</cp:lastModifiedBy>
  <cp:revision>1890</cp:revision>
  <dcterms:created xsi:type="dcterms:W3CDTF">2025-12-04T19:07:04Z</dcterms:created>
  <dcterms:modified xsi:type="dcterms:W3CDTF">2025-12-04T23:25:11Z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0x010100BC919105FFA9D24EA29DA92E4BAE0F6D</vt:lpwstr>
  </property>
</Properties>
</file>