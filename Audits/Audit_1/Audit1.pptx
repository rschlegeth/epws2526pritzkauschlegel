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14"/>
  </p:notesMasterIdLst>
  <p:sldIdLst>
    <p:sldId id="256" r:id="rId5"/>
    <p:sldId id="258" r:id="rId6"/>
    <p:sldId id="257" r:id="rId7"/>
    <p:sldId id="262" r:id="rId8"/>
    <p:sldId id="265" r:id="rId9"/>
    <p:sldId id="259" r:id="rId10"/>
    <p:sldId id="261" r:id="rId11"/>
    <p:sldId id="260" r:id="rId12"/>
    <p:sldId id="264" r:id="rId13"/>
  </p:sldIdLst>
  <p:sldSz cx="13004800" cy="97536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tabLst/>
      <a:defRPr kumimoji="0" sz="2400" b="1" i="0" u="none" strike="noStrike" cap="none" spc="0" normalizeH="0" baseline="0">
        <a:ln>
          <a:noFill/>
        </a:ln>
        <a:solidFill>
          <a:srgbClr val="000000"/>
        </a:solidFill>
        <a:effectLst/>
        <a:uFillTx/>
        <a:latin typeface="Helvetica Neue"/>
        <a:ea typeface="Helvetica Neue"/>
        <a:cs typeface="Helvetica Neue"/>
        <a:sym typeface="Helvetica Neue"/>
      </a:defRPr>
    </a:lvl1pPr>
    <a:lvl2pPr marL="0" marR="0" indent="228600" algn="ctr" defTabSz="584200" rtl="0" fontAlgn="auto" latinLnBrk="0" hangingPunct="0">
      <a:lnSpc>
        <a:spcPct val="100000"/>
      </a:lnSpc>
      <a:spcBef>
        <a:spcPts val="0"/>
      </a:spcBef>
      <a:spcAft>
        <a:spcPts val="0"/>
      </a:spcAft>
      <a:buClrTx/>
      <a:buSzTx/>
      <a:buFontTx/>
      <a:buNone/>
      <a:tabLst/>
      <a:defRPr kumimoji="0" sz="24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457200" algn="ctr" defTabSz="584200" rtl="0" fontAlgn="auto" latinLnBrk="0" hangingPunct="0">
      <a:lnSpc>
        <a:spcPct val="100000"/>
      </a:lnSpc>
      <a:spcBef>
        <a:spcPts val="0"/>
      </a:spcBef>
      <a:spcAft>
        <a:spcPts val="0"/>
      </a:spcAft>
      <a:buClrTx/>
      <a:buSzTx/>
      <a:buFontTx/>
      <a:buNone/>
      <a:tabLst/>
      <a:defRPr kumimoji="0" sz="24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685800" algn="ctr" defTabSz="584200" rtl="0" fontAlgn="auto" latinLnBrk="0" hangingPunct="0">
      <a:lnSpc>
        <a:spcPct val="100000"/>
      </a:lnSpc>
      <a:spcBef>
        <a:spcPts val="0"/>
      </a:spcBef>
      <a:spcAft>
        <a:spcPts val="0"/>
      </a:spcAft>
      <a:buClrTx/>
      <a:buSzTx/>
      <a:buFontTx/>
      <a:buNone/>
      <a:tabLst/>
      <a:defRPr kumimoji="0" sz="24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914400" algn="ctr" defTabSz="584200" rtl="0" fontAlgn="auto" latinLnBrk="0" hangingPunct="0">
      <a:lnSpc>
        <a:spcPct val="100000"/>
      </a:lnSpc>
      <a:spcBef>
        <a:spcPts val="0"/>
      </a:spcBef>
      <a:spcAft>
        <a:spcPts val="0"/>
      </a:spcAft>
      <a:buClrTx/>
      <a:buSzTx/>
      <a:buFontTx/>
      <a:buNone/>
      <a:tabLst/>
      <a:defRPr kumimoji="0" sz="24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1143000" algn="ctr" defTabSz="584200" rtl="0" fontAlgn="auto" latinLnBrk="0" hangingPunct="0">
      <a:lnSpc>
        <a:spcPct val="100000"/>
      </a:lnSpc>
      <a:spcBef>
        <a:spcPts val="0"/>
      </a:spcBef>
      <a:spcAft>
        <a:spcPts val="0"/>
      </a:spcAft>
      <a:buClrTx/>
      <a:buSzTx/>
      <a:buFontTx/>
      <a:buNone/>
      <a:tabLst/>
      <a:defRPr kumimoji="0" sz="24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1371600" algn="ctr" defTabSz="584200" rtl="0" fontAlgn="auto" latinLnBrk="0" hangingPunct="0">
      <a:lnSpc>
        <a:spcPct val="100000"/>
      </a:lnSpc>
      <a:spcBef>
        <a:spcPts val="0"/>
      </a:spcBef>
      <a:spcAft>
        <a:spcPts val="0"/>
      </a:spcAft>
      <a:buClrTx/>
      <a:buSzTx/>
      <a:buFontTx/>
      <a:buNone/>
      <a:tabLst/>
      <a:defRPr kumimoji="0" sz="24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1600200" algn="ctr" defTabSz="584200" rtl="0" fontAlgn="auto" latinLnBrk="0" hangingPunct="0">
      <a:lnSpc>
        <a:spcPct val="100000"/>
      </a:lnSpc>
      <a:spcBef>
        <a:spcPts val="0"/>
      </a:spcBef>
      <a:spcAft>
        <a:spcPts val="0"/>
      </a:spcAft>
      <a:buClrTx/>
      <a:buSzTx/>
      <a:buFontTx/>
      <a:buNone/>
      <a:tabLst/>
      <a:defRPr kumimoji="0" sz="24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1828800" algn="ctr" defTabSz="584200" rtl="0" fontAlgn="auto" latinLnBrk="0" hangingPunct="0">
      <a:lnSpc>
        <a:spcPct val="100000"/>
      </a:lnSpc>
      <a:spcBef>
        <a:spcPts val="0"/>
      </a:spcBef>
      <a:spcAft>
        <a:spcPts val="0"/>
      </a:spcAft>
      <a:buClrTx/>
      <a:buSzTx/>
      <a:buFontTx/>
      <a:buNone/>
      <a:tabLst/>
      <a:defRPr kumimoji="0" sz="2400" b="1" i="0" u="none" strike="noStrike" cap="none" spc="0" normalizeH="0" baseline="0">
        <a:ln>
          <a:noFill/>
        </a:ln>
        <a:solidFill>
          <a:srgbClr val="000000"/>
        </a:solidFill>
        <a:effectLst/>
        <a:uFillTx/>
        <a:latin typeface="Helvetica Neue"/>
        <a:ea typeface="Helvetica Neue"/>
        <a:cs typeface="Helvetica Neue"/>
        <a:sym typeface="Helvetica Neue"/>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F41CAFD-EBC7-41B5-9038-A3C2185767BC}" v="4645" dt="2025-10-30T23:09:28.197"/>
    <p1510:client id="{DF639347-7EAE-57C3-7445-42616CD35451}" v="60" dt="2025-10-30T23:41:30.882"/>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lumOff val="-13575"/>
            </a:schemeClr>
          </a:solidFill>
        </a:fill>
      </a:tcStyle>
    </a:firstCol>
    <a:lastRow>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hueOff val="114395"/>
              <a:lumOff val="-24975"/>
            </a:schemeClr>
          </a:solidFill>
        </a:fill>
      </a:tcStyle>
    </a:firstRow>
  </a:tblStyle>
  <a:tblStyle styleId="{C7B018BB-80A7-4F77-B60F-C8B233D01FF8}" styleName="">
    <a:tblBg/>
    <a:wholeTbl>
      <a:tcTxStyle b="off" i="off">
        <a:font>
          <a:latin typeface="Helvetica Neue"/>
          <a:ea typeface="Helvetica Neue"/>
          <a:cs typeface="Helvetica Neue"/>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ff" i="off">
        <a:fontRef idx="minor">
          <a:srgbClr val="FFFFFF"/>
        </a:fontRef>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3">
              <a:hueOff val="362282"/>
              <a:satOff val="31803"/>
              <a:lumOff val="-18242"/>
            </a:schemeClr>
          </a:solidFill>
        </a:fill>
      </a:tcStyle>
    </a:firstCol>
    <a:lastRow>
      <a:tcTxStyle b="off" i="off">
        <a:font>
          <a:latin typeface="Helvetica Neue"/>
          <a:ea typeface="Helvetica Neue"/>
          <a:cs typeface="Helvetica Neue"/>
        </a:font>
        <a:srgbClr val="000000"/>
      </a:tcTxStyle>
      <a:tcStyle>
        <a:tcBdr>
          <a:left>
            <a:ln w="12700" cap="flat">
              <a:solidFill>
                <a:srgbClr val="606060"/>
              </a:solidFill>
              <a:prstDash val="solid"/>
              <a:miter lim="400000"/>
            </a:ln>
          </a:left>
          <a:right>
            <a:ln w="12700" cap="flat">
              <a:solidFill>
                <a:srgbClr val="606060"/>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EBEBEB"/>
          </a:solidFill>
        </a:fill>
      </a:tcStyle>
    </a:lastRow>
    <a:firstRow>
      <a:tcTxStyle b="off" i="off">
        <a:fontRef idx="minor">
          <a:srgbClr val="FFFFFF"/>
        </a:fontRef>
        <a:srgbClr val="FFFFFF"/>
      </a:tcTxStyle>
      <a:tcStyle>
        <a:tcBdr>
          <a:left>
            <a:ln w="12700" cap="flat">
              <a:solidFill>
                <a:srgbClr val="929292"/>
              </a:solidFill>
              <a:prstDash val="solid"/>
              <a:miter lim="400000"/>
            </a:ln>
          </a:left>
          <a:right>
            <a:ln w="12700" cap="flat">
              <a:solidFill>
                <a:srgbClr val="929292"/>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929292"/>
              </a:solidFill>
              <a:prstDash val="solid"/>
              <a:miter lim="400000"/>
            </a:ln>
          </a:insideH>
          <a:insideV>
            <a:ln w="12700" cap="flat">
              <a:solidFill>
                <a:srgbClr val="929292"/>
              </a:solidFill>
              <a:prstDash val="solid"/>
              <a:miter lim="400000"/>
            </a:ln>
          </a:insideV>
        </a:tcBdr>
        <a:fill>
          <a:solidFill>
            <a:srgbClr val="017101"/>
          </a:solidFill>
        </a:fill>
      </a:tcStyle>
    </a:firstRow>
  </a:tblStyle>
  <a:tblStyle styleId="{EEE7283C-3CF3-47DC-8721-378D4A62B228}" styleName="">
    <a:tblBg/>
    <a:wholeTbl>
      <a:tcTxStyle b="off" i="off">
        <a:font>
          <a:latin typeface="Helvetica Neue Light"/>
          <a:ea typeface="Helvetica Neue Light"/>
          <a:cs typeface="Helvetica Neue Light"/>
        </a:font>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FAF7E9"/>
          </a:solidFill>
        </a:fill>
      </a:tcStyle>
    </a:wholeTbl>
    <a:band2H>
      <a:tcTxStyle/>
      <a:tcStyle>
        <a:tcBdr/>
        <a:fill>
          <a:solidFill>
            <a:srgbClr val="EDEADD"/>
          </a:solidFill>
        </a:fill>
      </a:tcStyle>
    </a:band2H>
    <a:firstCol>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9BA00"/>
          </a:solidFill>
        </a:fill>
      </a:tcStyle>
    </a:firstCol>
    <a:lastRow>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lastRow>
    <a:firstRow>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firstRow>
  </a:tblStyle>
  <a:tblStyle styleId="{CF821DB8-F4EB-4A41-A1BA-3FCAFE7338EE}" styleName="">
    <a:tblBg/>
    <a:wholeTbl>
      <a:tcTxStyle b="off" i="off">
        <a:font>
          <a:latin typeface="Helvetica Neue"/>
          <a:ea typeface="Helvetica Neue"/>
          <a:cs typeface="Helvetica Neue"/>
        </a:font>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EBEBEB"/>
          </a:solidFill>
        </a:fill>
      </a:tcStyle>
    </a:wholeTbl>
    <a:band2H>
      <a:tcTxStyle/>
      <a:tcStyle>
        <a:tcBdr/>
        <a:fill>
          <a:solidFill>
            <a:srgbClr val="DADBDA"/>
          </a:solidFill>
        </a:fill>
      </a:tcStyle>
    </a:band2H>
    <a:firstCol>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chemeClr val="accent6">
              <a:hueOff val="-146070"/>
              <a:satOff val="-10048"/>
              <a:lumOff val="-30626"/>
            </a:schemeClr>
          </a:solidFill>
        </a:fill>
      </a:tcStyle>
    </a:firstCol>
    <a:la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lastRow>
    <a:fir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firstRow>
  </a:tblStyle>
  <a:tblStyle styleId="{33BA23B1-9221-436E-865A-0063620EA4FD}" styleName="">
    <a:tblBg/>
    <a:wholeTbl>
      <a:tcTxStyle b="off" i="off">
        <a:font>
          <a:latin typeface="Helvetica Neue"/>
          <a:ea typeface="Helvetica Neue"/>
          <a:cs typeface="Helvetica Neue"/>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B5B5C1"/>
          </a:solidFill>
        </a:fill>
      </a:tcStyle>
    </a:wholeTbl>
    <a:band2H>
      <a:tcTxStyle/>
      <a:tcStyle>
        <a:tcBdr/>
        <a:fill>
          <a:solidFill>
            <a:srgbClr val="9A9AA5"/>
          </a:solidFill>
        </a:fill>
      </a:tcStyle>
    </a:band2H>
    <a:firstCol>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85F"/>
          </a:solidFill>
        </a:fill>
      </a:tcStyle>
    </a:firstCol>
    <a:la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lastRow>
    <a:fir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firstRow>
  </a:tblStyle>
  <a:tblStyle styleId="{2708684C-4D16-4618-839F-0558EEFCDFE6}" styleName="">
    <a:tblBg/>
    <a:wholeTbl>
      <a:tcTxStyle b="off"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i="off">
        <a:font>
          <a:latin typeface="Helvetica Neue"/>
          <a:ea typeface="Helvetica Neue"/>
          <a:cs typeface="Helvetica Neue"/>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2" name="Shape 142"/>
          <p:cNvSpPr>
            <a:spLocks noGrp="1" noRot="1" noChangeAspect="1"/>
          </p:cNvSpPr>
          <p:nvPr>
            <p:ph type="sldImg"/>
          </p:nvPr>
        </p:nvSpPr>
        <p:spPr>
          <a:xfrm>
            <a:off x="1143000" y="685800"/>
            <a:ext cx="4572000" cy="3429000"/>
          </a:xfrm>
          <a:prstGeom prst="rect">
            <a:avLst/>
          </a:prstGeom>
        </p:spPr>
        <p:txBody>
          <a:bodyPr/>
          <a:lstStyle/>
          <a:p>
            <a:endParaRPr/>
          </a:p>
        </p:txBody>
      </p:sp>
      <p:sp>
        <p:nvSpPr>
          <p:cNvPr id="143" name="Shape 143"/>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a:t>In diesem Projekt soll ein Spiel entwickelt werden, um den Prozess der Prokrastination zu simulieren und zu vermitteln. Dabei sollen auch die aus der Prokrastination resultierende Problemlage und mögliche Lösungsansätze illustriert werden. </a:t>
            </a:r>
          </a:p>
          <a:p>
            <a:r>
              <a:rPr lang="de-DE"/>
              <a:t>Heute führen wir Sie in das Projekt und den aktuellen Stand des Projekts ein und beginnen zunächst damit, Ihnen das Problem und die von uns erarbeitete Zielsetzung vorzustellen.</a:t>
            </a:r>
          </a:p>
        </p:txBody>
      </p:sp>
    </p:spTree>
    <p:extLst>
      <p:ext uri="{BB962C8B-B14F-4D97-AF65-F5344CB8AC3E}">
        <p14:creationId xmlns:p14="http://schemas.microsoft.com/office/powerpoint/2010/main" val="27026521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a:t>Wie Sie vielleicht bereits beim lesen der im Exposé geschilderten Problemstellung entnehmen konnten, ist Prokrastination ein häufig auftretendes Problem. </a:t>
            </a:r>
          </a:p>
          <a:p>
            <a:r>
              <a:rPr lang="de-DE"/>
              <a:t>Die Betroffenen verschieben wichtige Aufgaben in die Zukunft, obwohl sie davon überzeugt sind, negative Konsequenzen für ihre Entscheidung tragen zu müssen. Für Außenstehende, und auch Betroffene, ist dieses Verhalten oft nicht nachvollziehbar. Dies erschwert fielen die Lösungsfindung, was zusammen mit den negativen Folgen der Prokrastination für Frustration sorgt.</a:t>
            </a:r>
          </a:p>
          <a:p>
            <a:r>
              <a:rPr lang="de-DE"/>
              <a:t>In unserer Überlegung, was man tun könnte, um diesen Problemstand zu verbessern, kamen wir auf 3 Unterziele, welche wir in einer Zielsetzung vereinten. </a:t>
            </a:r>
          </a:p>
          <a:p>
            <a:r>
              <a:rPr lang="de-DE"/>
              <a:t>Unser Ziel ist es, die Problematik der Prokrastination, wie sie funktioniert und was mögliche Lösungsansätze sind, sichtbar zu machen.</a:t>
            </a:r>
          </a:p>
          <a:p>
            <a:r>
              <a:rPr lang="de-DE"/>
              <a:t>Um dieses Ziel zu erreichen und den Problemraum besser zu verstehen, galt es aber zunächst die Domäne zu analysieren.</a:t>
            </a:r>
          </a:p>
        </p:txBody>
      </p:sp>
    </p:spTree>
    <p:extLst>
      <p:ext uri="{BB962C8B-B14F-4D97-AF65-F5344CB8AC3E}">
        <p14:creationId xmlns:p14="http://schemas.microsoft.com/office/powerpoint/2010/main" val="5246672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a:t>In unserer Analyse der Domäne fanden wir 6, aus unserer Sicht, relevante Objekte. Diese ließen sich unterteilen in Personen, welche an Prokrastination leiden, Aktivitäten, welche von Personen ausgeführt und von Prokrastination beeinflusst werden, Stress, welcher von Prokrastination und Aktivitäten erzeugt/beeinflusst wird, sowie der Beruf und das soziale Umfeld der Person, welche die Aktivtäten einer Person beeinflussen und derer eine Person Teil ist. Diese Objekte haben wechselseitige Beziehungen, welche im Rahmen des Projektes unterschiedliche Relevanz besitzen, sie zeigen aber auf, dass Prokrastination besondere Einflüsse auf das Umfeld einer Person haben.</a:t>
            </a:r>
          </a:p>
          <a:p>
            <a:r>
              <a:rPr lang="de-DE"/>
              <a:t>Aufbauend auf den Erkenntnissen aus der Domänenanalyse, sowie der zugrundeliegenden Recherche, bauten wir einige Konzepte auf, welche sich im Exposé, sowie in der Interaktionskonzeption widerspiegeln.</a:t>
            </a:r>
          </a:p>
        </p:txBody>
      </p:sp>
    </p:spTree>
    <p:extLst>
      <p:ext uri="{BB962C8B-B14F-4D97-AF65-F5344CB8AC3E}">
        <p14:creationId xmlns:p14="http://schemas.microsoft.com/office/powerpoint/2010/main" val="7390741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a:t>Der Aufbau des Spiels wird so sein dass der Spieler sich frei innerhalb eines Zimmers bewegen kann, in welchem dieser mit unterschiedlichen Dingen interagieren kann. Zu dem sieht der Spieler eine deadline einen Parameter für Aufgaben, welche dieser erfüllen muss und zwei Parameter für Stress und Gesundheit. Dem Spieler wird hierbei die Aufgabe gestellt die Aufgaben innerhalb der Deadline zu erfüllen, dafür hat dieser die optionen zu arbeiten, sich abzulenken oder zu schlafen, welche alle unterschiedlich mit den Stress und den Gesundheitsparameter interagieren.</a:t>
            </a:r>
            <a:endParaRPr lang="de-DE"/>
          </a:p>
        </p:txBody>
      </p:sp>
    </p:spTree>
    <p:extLst>
      <p:ext uri="{BB962C8B-B14F-4D97-AF65-F5344CB8AC3E}">
        <p14:creationId xmlns:p14="http://schemas.microsoft.com/office/powerpoint/2010/main" val="36278895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a:t>Für die Konzeption der internen Logik, wie die jeweiligen Parameter miteinander interagieren, haben wir uns unter anderem an dem Prokrastinations-Gesundheitsmodell nach Sirois orientiert. Dieses beschreibt vor allem, wie Prokrastination zu chronischer Krankheit führen kann. Prokrastination erhöht hierbei chronischen Stress und verringert gesundheitsbezogenes Verhalten, Stress verringert ebenfalls gesundheitsbezogenes Verhalten und zusammen erhöhen sie alle chronische Krankheit.</a:t>
            </a:r>
            <a:endParaRPr lang="de-DE"/>
          </a:p>
        </p:txBody>
      </p:sp>
    </p:spTree>
    <p:extLst>
      <p:ext uri="{BB962C8B-B14F-4D97-AF65-F5344CB8AC3E}">
        <p14:creationId xmlns:p14="http://schemas.microsoft.com/office/powerpoint/2010/main" val="26663565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algn="l"/>
            <a:r>
              <a:rPr lang="de-DE">
                <a:solidFill>
                  <a:srgbClr val="000000"/>
                </a:solidFill>
              </a:rPr>
              <a:t>In der Anwendungslogik unseres Systems lassen sich 8 verschiedene Parameter und Variablen feststellen, welche sich alle untereinander beeinflussen . Die geschwungenen Klammern repräsentieren hier jeweils Funktionen, welche konstant auf den jeweiligen Parameter einen bestimmten Wert addieren. Wichtig zu erkennen ist hier dass es eine Zeit gibt, welche konstant hoch zählt, dann dass ,die Deadline zusammen mit den Aufgaben Status so wie die Gesundheit einen </a:t>
            </a:r>
            <a:r>
              <a:rPr lang="de-DE" err="1">
                <a:solidFill>
                  <a:srgbClr val="000000"/>
                </a:solidFill>
              </a:rPr>
              <a:t>einfluss</a:t>
            </a:r>
            <a:r>
              <a:rPr lang="de-DE">
                <a:solidFill>
                  <a:srgbClr val="000000"/>
                </a:solidFill>
              </a:rPr>
              <a:t> darauf haben wie viel Stress der Spieler bekommt, der Stress und die Zeit sein dem letzten Schlaf haben Einfluss auf die </a:t>
            </a:r>
            <a:r>
              <a:rPr lang="de-DE" err="1">
                <a:solidFill>
                  <a:srgbClr val="000000"/>
                </a:solidFill>
              </a:rPr>
              <a:t>gesundheit</a:t>
            </a:r>
            <a:r>
              <a:rPr lang="de-DE">
                <a:solidFill>
                  <a:srgbClr val="000000"/>
                </a:solidFill>
              </a:rPr>
              <a:t> und der Stress, die Gesundheit und die Tageszeit haben alle jeweils Einfluss auf die Produktivität.</a:t>
            </a:r>
            <a:endParaRPr lang="de-DE"/>
          </a:p>
          <a:p>
            <a:br>
              <a:rPr lang="en-US"/>
            </a:br>
            <a:endParaRPr lang="en-US"/>
          </a:p>
        </p:txBody>
      </p:sp>
    </p:spTree>
    <p:extLst>
      <p:ext uri="{BB962C8B-B14F-4D97-AF65-F5344CB8AC3E}">
        <p14:creationId xmlns:p14="http://schemas.microsoft.com/office/powerpoint/2010/main" val="42732114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dirty="0"/>
              <a:t>Wenn der </a:t>
            </a:r>
            <a:r>
              <a:rPr lang="en-US" dirty="0" err="1"/>
              <a:t>Nutzer</a:t>
            </a:r>
            <a:r>
              <a:rPr lang="en-US" dirty="0"/>
              <a:t> das Spiel </a:t>
            </a:r>
            <a:r>
              <a:rPr lang="en-US" dirty="0" err="1"/>
              <a:t>beginnt</a:t>
            </a:r>
            <a:r>
              <a:rPr lang="en-US" dirty="0"/>
              <a:t>, </a:t>
            </a:r>
            <a:r>
              <a:rPr lang="en-US" dirty="0" err="1"/>
              <a:t>landet</a:t>
            </a:r>
            <a:r>
              <a:rPr lang="en-US" dirty="0"/>
              <a:t> der Spieler in dem </a:t>
            </a:r>
            <a:r>
              <a:rPr lang="en-US" dirty="0" err="1"/>
              <a:t>Ausgangszustand</a:t>
            </a:r>
            <a:r>
              <a:rPr lang="en-US" dirty="0"/>
              <a:t>, von dem </a:t>
            </a:r>
            <a:r>
              <a:rPr lang="en-US" dirty="0" err="1"/>
              <a:t>dieser</a:t>
            </a:r>
            <a:r>
              <a:rPr lang="en-US" dirty="0"/>
              <a:t> </a:t>
            </a:r>
            <a:r>
              <a:rPr lang="en-US" dirty="0" err="1"/>
              <a:t>dann</a:t>
            </a:r>
            <a:r>
              <a:rPr lang="en-US" dirty="0"/>
              <a:t> </a:t>
            </a:r>
            <a:r>
              <a:rPr lang="en-US" dirty="0" err="1"/>
              <a:t>zwischen</a:t>
            </a:r>
            <a:r>
              <a:rPr lang="en-US" dirty="0"/>
              <a:t> </a:t>
            </a:r>
            <a:r>
              <a:rPr lang="en-US" dirty="0" err="1"/>
              <a:t>drei</a:t>
            </a:r>
            <a:r>
              <a:rPr lang="en-US" dirty="0"/>
              <a:t> </a:t>
            </a:r>
            <a:r>
              <a:rPr lang="en-US" dirty="0" err="1"/>
              <a:t>verschiedenen</a:t>
            </a:r>
            <a:r>
              <a:rPr lang="en-US" dirty="0"/>
              <a:t> </a:t>
            </a:r>
            <a:r>
              <a:rPr lang="en-US" dirty="0" err="1"/>
              <a:t>Aktivitäten</a:t>
            </a:r>
            <a:r>
              <a:rPr lang="en-US" dirty="0"/>
              <a:t> </a:t>
            </a:r>
            <a:r>
              <a:rPr lang="en-US" dirty="0" err="1"/>
              <a:t>entscheiden</a:t>
            </a:r>
            <a:r>
              <a:rPr lang="en-US" dirty="0"/>
              <a:t> </a:t>
            </a:r>
            <a:r>
              <a:rPr lang="en-US" dirty="0" err="1"/>
              <a:t>kann</a:t>
            </a:r>
            <a:r>
              <a:rPr lang="en-US" dirty="0"/>
              <a:t>. Davor </a:t>
            </a:r>
            <a:r>
              <a:rPr lang="en-US" dirty="0" err="1"/>
              <a:t>überprüft</a:t>
            </a:r>
            <a:r>
              <a:rPr lang="en-US" dirty="0"/>
              <a:t> das Spiel, </a:t>
            </a:r>
            <a:r>
              <a:rPr lang="en-US" dirty="0" err="1"/>
              <a:t>ob</a:t>
            </a:r>
            <a:r>
              <a:rPr lang="en-US" dirty="0"/>
              <a:t> der Parameter Deadline </a:t>
            </a:r>
            <a:r>
              <a:rPr lang="en-US" dirty="0" err="1"/>
              <a:t>erreicht</a:t>
            </a:r>
            <a:r>
              <a:rPr lang="en-US" dirty="0"/>
              <a:t> </a:t>
            </a:r>
            <a:r>
              <a:rPr lang="en-US" dirty="0" err="1"/>
              <a:t>ist</a:t>
            </a:r>
            <a:r>
              <a:rPr lang="en-US" dirty="0"/>
              <a:t>, </a:t>
            </a:r>
            <a:r>
              <a:rPr lang="en-US" dirty="0" err="1"/>
              <a:t>wenn</a:t>
            </a:r>
            <a:r>
              <a:rPr lang="en-US" dirty="0"/>
              <a:t> dies der Fall </a:t>
            </a:r>
            <a:r>
              <a:rPr lang="en-US" dirty="0" err="1"/>
              <a:t>ist</a:t>
            </a:r>
            <a:r>
              <a:rPr lang="en-US" dirty="0"/>
              <a:t>, </a:t>
            </a:r>
            <a:r>
              <a:rPr lang="en-US" dirty="0" err="1"/>
              <a:t>wird</a:t>
            </a:r>
            <a:r>
              <a:rPr lang="en-US" dirty="0"/>
              <a:t> das Spiel </a:t>
            </a:r>
            <a:r>
              <a:rPr lang="en-US" dirty="0" err="1"/>
              <a:t>beendet</a:t>
            </a:r>
            <a:r>
              <a:rPr lang="en-US" dirty="0"/>
              <a:t> und es </a:t>
            </a:r>
            <a:r>
              <a:rPr lang="en-US" dirty="0" err="1"/>
              <a:t>wird</a:t>
            </a:r>
            <a:r>
              <a:rPr lang="en-US" dirty="0"/>
              <a:t> </a:t>
            </a:r>
            <a:r>
              <a:rPr lang="en-US" dirty="0" err="1"/>
              <a:t>überprüft</a:t>
            </a:r>
            <a:r>
              <a:rPr lang="en-US" dirty="0"/>
              <a:t>, </a:t>
            </a:r>
            <a:r>
              <a:rPr lang="en-US" dirty="0" err="1"/>
              <a:t>ob</a:t>
            </a:r>
            <a:r>
              <a:rPr lang="en-US" dirty="0"/>
              <a:t> der Parameter </a:t>
            </a:r>
            <a:r>
              <a:rPr lang="en-US" dirty="0" err="1"/>
              <a:t>Aufgabenstatus</a:t>
            </a:r>
            <a:r>
              <a:rPr lang="en-US" dirty="0"/>
              <a:t> </a:t>
            </a:r>
            <a:r>
              <a:rPr lang="en-US" dirty="0" err="1"/>
              <a:t>erreicht</a:t>
            </a:r>
            <a:r>
              <a:rPr lang="en-US" dirty="0"/>
              <a:t> </a:t>
            </a:r>
            <a:r>
              <a:rPr lang="en-US" dirty="0" err="1"/>
              <a:t>ist</a:t>
            </a:r>
            <a:r>
              <a:rPr lang="en-US" dirty="0"/>
              <a:t>, um </a:t>
            </a:r>
            <a:r>
              <a:rPr lang="en-US" dirty="0" err="1"/>
              <a:t>entscheidet</a:t>
            </a:r>
            <a:r>
              <a:rPr lang="en-US" dirty="0"/>
              <a:t> </a:t>
            </a:r>
            <a:r>
              <a:rPr lang="en-US" dirty="0" err="1"/>
              <a:t>ob</a:t>
            </a:r>
            <a:r>
              <a:rPr lang="en-US" dirty="0"/>
              <a:t> der Spieler sein Ziel </a:t>
            </a:r>
            <a:r>
              <a:rPr lang="en-US" dirty="0" err="1"/>
              <a:t>erreicht</a:t>
            </a:r>
            <a:r>
              <a:rPr lang="en-US" dirty="0"/>
              <a:t> hat und </a:t>
            </a:r>
            <a:r>
              <a:rPr lang="en-US" dirty="0" err="1"/>
              <a:t>damit</a:t>
            </a:r>
            <a:r>
              <a:rPr lang="en-US" dirty="0"/>
              <a:t> </a:t>
            </a:r>
            <a:r>
              <a:rPr lang="en-US" dirty="0" err="1"/>
              <a:t>gewonnen</a:t>
            </a:r>
            <a:r>
              <a:rPr lang="en-US" dirty="0"/>
              <a:t> hat, </a:t>
            </a:r>
            <a:r>
              <a:rPr lang="en-US" dirty="0" err="1"/>
              <a:t>oder</a:t>
            </a:r>
            <a:r>
              <a:rPr lang="en-US" dirty="0"/>
              <a:t> nicht. Um die </a:t>
            </a:r>
            <a:r>
              <a:rPr lang="en-US" dirty="0" err="1"/>
              <a:t>Aufgaben</a:t>
            </a:r>
            <a:r>
              <a:rPr lang="en-US" dirty="0"/>
              <a:t> </a:t>
            </a:r>
            <a:r>
              <a:rPr lang="en-US" dirty="0" err="1"/>
              <a:t>zu</a:t>
            </a:r>
            <a:r>
              <a:rPr lang="en-US" dirty="0"/>
              <a:t> </a:t>
            </a:r>
            <a:r>
              <a:rPr lang="en-US" dirty="0" err="1"/>
              <a:t>erreichen</a:t>
            </a:r>
            <a:r>
              <a:rPr lang="en-US" dirty="0"/>
              <a:t>, </a:t>
            </a:r>
            <a:r>
              <a:rPr lang="en-US" dirty="0" err="1"/>
              <a:t>kann</a:t>
            </a:r>
            <a:r>
              <a:rPr lang="en-US" dirty="0"/>
              <a:t> der Spieler die </a:t>
            </a:r>
            <a:r>
              <a:rPr lang="en-US" dirty="0" err="1"/>
              <a:t>Aufgaben</a:t>
            </a:r>
            <a:r>
              <a:rPr lang="en-US" dirty="0"/>
              <a:t> </a:t>
            </a:r>
            <a:r>
              <a:rPr lang="en-US" dirty="0" err="1"/>
              <a:t>bearbeiten</a:t>
            </a:r>
            <a:r>
              <a:rPr lang="en-US" dirty="0"/>
              <a:t>, </a:t>
            </a:r>
            <a:r>
              <a:rPr lang="en-US" dirty="0" err="1"/>
              <a:t>dabei</a:t>
            </a:r>
            <a:r>
              <a:rPr lang="en-US" dirty="0"/>
              <a:t> </a:t>
            </a:r>
            <a:r>
              <a:rPr lang="en-US" dirty="0" err="1"/>
              <a:t>entscheidet</a:t>
            </a:r>
            <a:r>
              <a:rPr lang="en-US" dirty="0"/>
              <a:t> der </a:t>
            </a:r>
            <a:r>
              <a:rPr lang="en-US" dirty="0" err="1"/>
              <a:t>Zeitraum</a:t>
            </a:r>
            <a:r>
              <a:rPr lang="en-US" dirty="0"/>
              <a:t>, an dem der Spieler </a:t>
            </a:r>
            <a:r>
              <a:rPr lang="en-US" dirty="0" err="1"/>
              <a:t>arbeitet</a:t>
            </a:r>
            <a:r>
              <a:rPr lang="en-US" dirty="0"/>
              <a:t>, </a:t>
            </a:r>
            <a:r>
              <a:rPr lang="en-US" dirty="0" err="1"/>
              <a:t>zusammen</a:t>
            </a:r>
            <a:r>
              <a:rPr lang="en-US" dirty="0"/>
              <a:t> </a:t>
            </a:r>
            <a:r>
              <a:rPr lang="en-US" dirty="0" err="1"/>
              <a:t>mit</a:t>
            </a:r>
            <a:r>
              <a:rPr lang="en-US" dirty="0"/>
              <a:t> der </a:t>
            </a:r>
            <a:r>
              <a:rPr lang="en-US" dirty="0" err="1"/>
              <a:t>Produktivität</a:t>
            </a:r>
            <a:r>
              <a:rPr lang="en-US" dirty="0"/>
              <a:t>, </a:t>
            </a:r>
            <a:r>
              <a:rPr lang="en-US" dirty="0" err="1"/>
              <a:t>wie</a:t>
            </a:r>
            <a:r>
              <a:rPr lang="en-US" dirty="0"/>
              <a:t> </a:t>
            </a:r>
            <a:r>
              <a:rPr lang="en-US" dirty="0" err="1"/>
              <a:t>viele</a:t>
            </a:r>
            <a:r>
              <a:rPr lang="en-US" dirty="0"/>
              <a:t> </a:t>
            </a:r>
            <a:r>
              <a:rPr lang="en-US" dirty="0" err="1"/>
              <a:t>Aufgaben</a:t>
            </a:r>
            <a:r>
              <a:rPr lang="en-US" dirty="0"/>
              <a:t> </a:t>
            </a:r>
            <a:r>
              <a:rPr lang="en-US" dirty="0" err="1"/>
              <a:t>erfüllt</a:t>
            </a:r>
            <a:r>
              <a:rPr lang="en-US" dirty="0"/>
              <a:t> </a:t>
            </a:r>
            <a:r>
              <a:rPr lang="en-US" dirty="0" err="1"/>
              <a:t>werden</a:t>
            </a:r>
            <a:r>
              <a:rPr lang="en-US" dirty="0"/>
              <a:t>. Die Zeit </a:t>
            </a:r>
            <a:r>
              <a:rPr lang="en-US" dirty="0" err="1"/>
              <a:t>beeinflusst</a:t>
            </a:r>
            <a:r>
              <a:rPr lang="en-US" dirty="0"/>
              <a:t> </a:t>
            </a:r>
            <a:r>
              <a:rPr lang="en-US" dirty="0" err="1"/>
              <a:t>dabei</a:t>
            </a:r>
            <a:r>
              <a:rPr lang="en-US" dirty="0"/>
              <a:t> </a:t>
            </a:r>
            <a:r>
              <a:rPr lang="en-US" dirty="0" err="1"/>
              <a:t>auch</a:t>
            </a:r>
            <a:r>
              <a:rPr lang="en-US" dirty="0"/>
              <a:t> die </a:t>
            </a:r>
            <a:r>
              <a:rPr lang="en-US" dirty="0" err="1"/>
              <a:t>Produktivität</a:t>
            </a:r>
            <a:r>
              <a:rPr lang="en-US" dirty="0"/>
              <a:t>. Eine </a:t>
            </a:r>
            <a:r>
              <a:rPr lang="en-US" dirty="0" err="1"/>
              <a:t>andere</a:t>
            </a:r>
            <a:r>
              <a:rPr lang="en-US" dirty="0"/>
              <a:t> Option </a:t>
            </a:r>
            <a:r>
              <a:rPr lang="en-US" dirty="0" err="1"/>
              <a:t>ist</a:t>
            </a:r>
            <a:r>
              <a:rPr lang="en-US" dirty="0"/>
              <a:t> es, </a:t>
            </a:r>
            <a:r>
              <a:rPr lang="en-US" dirty="0" err="1"/>
              <a:t>sich</a:t>
            </a:r>
            <a:r>
              <a:rPr lang="en-US" dirty="0"/>
              <a:t> </a:t>
            </a:r>
            <a:r>
              <a:rPr lang="en-US" dirty="0" err="1"/>
              <a:t>mit</a:t>
            </a:r>
            <a:r>
              <a:rPr lang="en-US" dirty="0"/>
              <a:t> </a:t>
            </a:r>
            <a:r>
              <a:rPr lang="en-US" dirty="0" err="1"/>
              <a:t>Aktivitäten</a:t>
            </a:r>
            <a:r>
              <a:rPr lang="en-US" dirty="0"/>
              <a:t> </a:t>
            </a:r>
            <a:r>
              <a:rPr lang="en-US" dirty="0" err="1"/>
              <a:t>zu</a:t>
            </a:r>
            <a:r>
              <a:rPr lang="en-US" dirty="0"/>
              <a:t> </a:t>
            </a:r>
            <a:r>
              <a:rPr lang="en-US" dirty="0" err="1"/>
              <a:t>beschäftigen</a:t>
            </a:r>
            <a:r>
              <a:rPr lang="en-US" dirty="0"/>
              <a:t>. Wie </a:t>
            </a:r>
            <a:r>
              <a:rPr lang="en-US" dirty="0" err="1"/>
              <a:t>lange</a:t>
            </a:r>
            <a:r>
              <a:rPr lang="en-US" dirty="0"/>
              <a:t> </a:t>
            </a:r>
            <a:r>
              <a:rPr lang="en-US" dirty="0" err="1"/>
              <a:t>sich</a:t>
            </a:r>
            <a:r>
              <a:rPr lang="en-US" dirty="0"/>
              <a:t> der Spieler </a:t>
            </a:r>
            <a:r>
              <a:rPr lang="en-US" dirty="0" err="1"/>
              <a:t>mit</a:t>
            </a:r>
            <a:r>
              <a:rPr lang="en-US" dirty="0"/>
              <a:t> </a:t>
            </a:r>
            <a:r>
              <a:rPr lang="en-US" dirty="0" err="1"/>
              <a:t>diesen</a:t>
            </a:r>
            <a:r>
              <a:rPr lang="en-US" dirty="0"/>
              <a:t> </a:t>
            </a:r>
            <a:r>
              <a:rPr lang="en-US" dirty="0" err="1"/>
              <a:t>beschäftigt</a:t>
            </a:r>
            <a:r>
              <a:rPr lang="en-US" dirty="0"/>
              <a:t>, hat </a:t>
            </a:r>
            <a:r>
              <a:rPr lang="en-US" dirty="0" err="1"/>
              <a:t>Einfluss</a:t>
            </a:r>
            <a:r>
              <a:rPr lang="en-US" dirty="0"/>
              <a:t> auf den Stress, der </a:t>
            </a:r>
            <a:r>
              <a:rPr lang="en-US" dirty="0" err="1"/>
              <a:t>Stressfunktion</a:t>
            </a:r>
            <a:r>
              <a:rPr lang="en-US" dirty="0"/>
              <a:t> s und die </a:t>
            </a:r>
            <a:r>
              <a:rPr lang="en-US" dirty="0" err="1"/>
              <a:t>Produktivität</a:t>
            </a:r>
            <a:r>
              <a:rPr lang="en-US" dirty="0"/>
              <a:t>. Die Idee </a:t>
            </a:r>
            <a:r>
              <a:rPr lang="en-US" dirty="0" err="1"/>
              <a:t>hierbei</a:t>
            </a:r>
            <a:r>
              <a:rPr lang="en-US" dirty="0"/>
              <a:t> </a:t>
            </a:r>
            <a:r>
              <a:rPr lang="en-US" dirty="0" err="1"/>
              <a:t>ist</a:t>
            </a:r>
            <a:r>
              <a:rPr lang="en-US" dirty="0"/>
              <a:t>, </a:t>
            </a:r>
            <a:r>
              <a:rPr lang="en-US" dirty="0" err="1"/>
              <a:t>dass</a:t>
            </a:r>
            <a:r>
              <a:rPr lang="en-US" dirty="0"/>
              <a:t> </a:t>
            </a:r>
            <a:r>
              <a:rPr lang="en-US" dirty="0" err="1"/>
              <a:t>sich</a:t>
            </a:r>
            <a:r>
              <a:rPr lang="en-US" dirty="0"/>
              <a:t> </a:t>
            </a:r>
            <a:r>
              <a:rPr lang="en-US" dirty="0" err="1"/>
              <a:t>zu</a:t>
            </a:r>
            <a:r>
              <a:rPr lang="en-US" dirty="0"/>
              <a:t> </a:t>
            </a:r>
            <a:r>
              <a:rPr lang="en-US" dirty="0" err="1"/>
              <a:t>beschäftigen</a:t>
            </a:r>
            <a:r>
              <a:rPr lang="en-US" dirty="0"/>
              <a:t>, den Stress </a:t>
            </a:r>
            <a:r>
              <a:rPr lang="en-US" dirty="0" err="1"/>
              <a:t>zwar</a:t>
            </a:r>
            <a:r>
              <a:rPr lang="en-US" dirty="0"/>
              <a:t> </a:t>
            </a:r>
            <a:r>
              <a:rPr lang="en-US" dirty="0" err="1"/>
              <a:t>kurzzeitig</a:t>
            </a:r>
            <a:r>
              <a:rPr lang="en-US" dirty="0"/>
              <a:t> </a:t>
            </a:r>
            <a:r>
              <a:rPr lang="en-US" dirty="0" err="1"/>
              <a:t>verringern</a:t>
            </a:r>
            <a:r>
              <a:rPr lang="en-US" dirty="0"/>
              <a:t> </a:t>
            </a:r>
            <a:r>
              <a:rPr lang="en-US" dirty="0" err="1"/>
              <a:t>kann</a:t>
            </a:r>
            <a:r>
              <a:rPr lang="en-US" dirty="0"/>
              <a:t>, </a:t>
            </a:r>
            <a:r>
              <a:rPr lang="en-US" dirty="0" err="1"/>
              <a:t>aber</a:t>
            </a:r>
            <a:r>
              <a:rPr lang="en-US" dirty="0"/>
              <a:t> auf </a:t>
            </a:r>
            <a:r>
              <a:rPr lang="en-US" dirty="0" err="1"/>
              <a:t>lange</a:t>
            </a:r>
            <a:r>
              <a:rPr lang="en-US" dirty="0"/>
              <a:t> Sicht </a:t>
            </a:r>
            <a:r>
              <a:rPr lang="en-US" dirty="0" err="1"/>
              <a:t>auch</a:t>
            </a:r>
            <a:r>
              <a:rPr lang="en-US" dirty="0"/>
              <a:t> </a:t>
            </a:r>
            <a:r>
              <a:rPr lang="en-US" dirty="0" err="1"/>
              <a:t>zu</a:t>
            </a:r>
            <a:r>
              <a:rPr lang="en-US" dirty="0"/>
              <a:t> Stress </a:t>
            </a:r>
            <a:r>
              <a:rPr lang="en-US" dirty="0" err="1"/>
              <a:t>führen</a:t>
            </a:r>
            <a:r>
              <a:rPr lang="en-US" dirty="0"/>
              <a:t> </a:t>
            </a:r>
            <a:r>
              <a:rPr lang="en-US" dirty="0" err="1"/>
              <a:t>kann</a:t>
            </a:r>
            <a:r>
              <a:rPr lang="en-US" dirty="0"/>
              <a:t>. </a:t>
            </a:r>
            <a:r>
              <a:rPr lang="en-US" dirty="0" err="1"/>
              <a:t>Schlafen</a:t>
            </a:r>
            <a:r>
              <a:rPr lang="en-US" dirty="0"/>
              <a:t> </a:t>
            </a:r>
            <a:r>
              <a:rPr lang="en-US" dirty="0" err="1"/>
              <a:t>führt</a:t>
            </a:r>
            <a:r>
              <a:rPr lang="en-US" dirty="0"/>
              <a:t> </a:t>
            </a:r>
            <a:r>
              <a:rPr lang="en-US" dirty="0" err="1"/>
              <a:t>zu</a:t>
            </a:r>
            <a:r>
              <a:rPr lang="en-US" dirty="0"/>
              <a:t> </a:t>
            </a:r>
            <a:r>
              <a:rPr lang="en-US" dirty="0" err="1"/>
              <a:t>besserer</a:t>
            </a:r>
            <a:r>
              <a:rPr lang="en-US" dirty="0"/>
              <a:t> Gesundheit und </a:t>
            </a:r>
            <a:r>
              <a:rPr lang="en-US" dirty="0" err="1"/>
              <a:t>weniger</a:t>
            </a:r>
            <a:r>
              <a:rPr lang="en-US" dirty="0"/>
              <a:t> Stress, </a:t>
            </a:r>
            <a:r>
              <a:rPr lang="en-US" dirty="0" err="1"/>
              <a:t>verbraucht</a:t>
            </a:r>
            <a:r>
              <a:rPr lang="en-US" dirty="0"/>
              <a:t> </a:t>
            </a:r>
            <a:r>
              <a:rPr lang="en-US" dirty="0" err="1"/>
              <a:t>aber</a:t>
            </a:r>
            <a:r>
              <a:rPr lang="en-US" dirty="0"/>
              <a:t> Zeit.</a:t>
            </a:r>
            <a:endParaRPr lang="de-DE" dirty="0"/>
          </a:p>
        </p:txBody>
      </p:sp>
    </p:spTree>
    <p:extLst>
      <p:ext uri="{BB962C8B-B14F-4D97-AF65-F5344CB8AC3E}">
        <p14:creationId xmlns:p14="http://schemas.microsoft.com/office/powerpoint/2010/main" val="42805666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a:t>Hier zu sehen, ist die aktuelle Projektplanung und aus welchen Aktivitäten sie sich im aktuellen Projektstand zusammensetzt. </a:t>
            </a:r>
          </a:p>
          <a:p>
            <a:r>
              <a:rPr lang="de-DE"/>
              <a:t>Wir haben die Projektzeiträume bewusst in Wochen unterteilt, da genaue Tagezahlen und verfügbare Zeiträume, für die Bearbeitung von Aktivitäten, schwer abzuschätzen sind. </a:t>
            </a:r>
          </a:p>
          <a:p>
            <a:r>
              <a:rPr lang="de-DE"/>
              <a:t>Da viele der Projektpunkte innerhalb der Zeit zwischen zwei Audits erledigt werden müssen, und im späteren Prozess ältere Artefakte nur geringfügig angepasst werden sollen, haben wir viele der Bearbeitungszeiträume auf eine Länge von 2-4 Wochen geschätzt. Einige Prozesse, wie zum Beispiel die Projektplanung, die Erstellung und Verfeinerung von PoCs oder auch die Erstellung des Rapid </a:t>
            </a:r>
            <a:r>
              <a:rPr lang="de-DE" err="1"/>
              <a:t>Prototypes</a:t>
            </a:r>
            <a:r>
              <a:rPr lang="de-DE"/>
              <a:t>, sowie User </a:t>
            </a:r>
            <a:r>
              <a:rPr lang="de-DE" err="1"/>
              <a:t>Testing</a:t>
            </a:r>
            <a:r>
              <a:rPr lang="de-DE"/>
              <a:t> wurden auf einen größeren Zeitraum geschätzt, da diese Prozesse oft stätig wiederholt oder verfeinert werden müssen.</a:t>
            </a:r>
          </a:p>
          <a:p>
            <a:r>
              <a:rPr lang="de-DE"/>
              <a:t>Einzelne Personenzuweisungen sind in diesem Projektplan nicht zu finden, da viele Aktivitäten in Zusammenarbeit erledigt werden und das Projektteam aus lediglich 2 Personen besteht.</a:t>
            </a:r>
          </a:p>
        </p:txBody>
      </p:sp>
    </p:spTree>
    <p:extLst>
      <p:ext uri="{BB962C8B-B14F-4D97-AF65-F5344CB8AC3E}">
        <p14:creationId xmlns:p14="http://schemas.microsoft.com/office/powerpoint/2010/main" val="28641747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a:t>Ende des Präsentationteils. Weitere Artefakte finden Sie in den Artefakten.</a:t>
            </a:r>
          </a:p>
        </p:txBody>
      </p:sp>
    </p:spTree>
    <p:extLst>
      <p:ext uri="{BB962C8B-B14F-4D97-AF65-F5344CB8AC3E}">
        <p14:creationId xmlns:p14="http://schemas.microsoft.com/office/powerpoint/2010/main" val="37735420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el &amp; Untertitel">
    <p:spTree>
      <p:nvGrpSpPr>
        <p:cNvPr id="1" name=""/>
        <p:cNvGrpSpPr/>
        <p:nvPr/>
      </p:nvGrpSpPr>
      <p:grpSpPr>
        <a:xfrm>
          <a:off x="0" y="0"/>
          <a:ext cx="0" cy="0"/>
          <a:chOff x="0" y="0"/>
          <a:chExt cx="0" cy="0"/>
        </a:xfrm>
      </p:grpSpPr>
      <p:sp>
        <p:nvSpPr>
          <p:cNvPr id="11" name="Titeltext"/>
          <p:cNvSpPr txBox="1">
            <a:spLocks noGrp="1"/>
          </p:cNvSpPr>
          <p:nvPr>
            <p:ph type="title"/>
          </p:nvPr>
        </p:nvSpPr>
        <p:spPr>
          <a:xfrm>
            <a:off x="1270000" y="1638300"/>
            <a:ext cx="10464800" cy="3302000"/>
          </a:xfrm>
          <a:prstGeom prst="rect">
            <a:avLst/>
          </a:prstGeom>
        </p:spPr>
        <p:txBody>
          <a:bodyPr anchor="b"/>
          <a:lstStyle/>
          <a:p>
            <a:r>
              <a:t>Titeltext</a:t>
            </a:r>
          </a:p>
        </p:txBody>
      </p:sp>
      <p:sp>
        <p:nvSpPr>
          <p:cNvPr id="12" name="Textebene 1…"/>
          <p:cNvSpPr txBox="1">
            <a:spLocks noGrp="1"/>
          </p:cNvSpPr>
          <p:nvPr>
            <p:ph type="body" sz="quarter" idx="1"/>
          </p:nvPr>
        </p:nvSpPr>
        <p:spPr>
          <a:xfrm>
            <a:off x="1270000" y="5041900"/>
            <a:ext cx="10464800" cy="1130300"/>
          </a:xfrm>
          <a:prstGeom prst="rect">
            <a:avLst/>
          </a:prstGeom>
        </p:spPr>
        <p:txBody>
          <a:bodyPr anchor="t"/>
          <a:lstStyle>
            <a:lvl1pPr marL="0" indent="0" algn="ctr">
              <a:spcBef>
                <a:spcPts val="0"/>
              </a:spcBef>
              <a:buSzTx/>
              <a:buNone/>
              <a:defRPr sz="3700"/>
            </a:lvl1pPr>
            <a:lvl2pPr marL="0" indent="0" algn="ctr">
              <a:spcBef>
                <a:spcPts val="0"/>
              </a:spcBef>
              <a:buSzTx/>
              <a:buNone/>
              <a:defRPr sz="3700"/>
            </a:lvl2pPr>
            <a:lvl3pPr marL="0" indent="0" algn="ctr">
              <a:spcBef>
                <a:spcPts val="0"/>
              </a:spcBef>
              <a:buSzTx/>
              <a:buNone/>
              <a:defRPr sz="3700"/>
            </a:lvl3pPr>
            <a:lvl4pPr marL="0" indent="0" algn="ctr">
              <a:spcBef>
                <a:spcPts val="0"/>
              </a:spcBef>
              <a:buSzTx/>
              <a:buNone/>
              <a:defRPr sz="3700"/>
            </a:lvl4pPr>
            <a:lvl5pPr marL="0" indent="0" algn="ctr">
              <a:spcBef>
                <a:spcPts val="0"/>
              </a:spcBef>
              <a:buSzTx/>
              <a:buNone/>
              <a:defRPr sz="3700"/>
            </a:lvl5pPr>
          </a:lstStyle>
          <a:p>
            <a:r>
              <a:t>Textebene 1</a:t>
            </a:r>
          </a:p>
          <a:p>
            <a:pPr lvl="1"/>
            <a:r>
              <a:t>Textebene 2</a:t>
            </a:r>
          </a:p>
          <a:p>
            <a:pPr lvl="2"/>
            <a:r>
              <a:t>Textebene 3</a:t>
            </a:r>
          </a:p>
          <a:p>
            <a:pPr lvl="3"/>
            <a:r>
              <a:t>Textebene 4</a:t>
            </a:r>
          </a:p>
          <a:p>
            <a:pPr lvl="4"/>
            <a:r>
              <a:t>Textebene 5</a:t>
            </a:r>
          </a:p>
        </p:txBody>
      </p:sp>
      <p:sp>
        <p:nvSpPr>
          <p:cNvPr id="13" name="Foliennummer"/>
          <p:cNvSpPr txBox="1">
            <a:spLocks noGrp="1"/>
          </p:cNvSpPr>
          <p:nvPr>
            <p:ph type="sldNum" sz="quarter" idx="2"/>
          </p:nvPr>
        </p:nvSpPr>
        <p:spPr>
          <a:prstGeom prst="rect">
            <a:avLst/>
          </a:prstGeom>
        </p:spPr>
        <p:txBody>
          <a:bodyPr/>
          <a:lstStyle>
            <a:lvl1pPr>
              <a:defRPr>
                <a:latin typeface="Helvetica Neue Thin"/>
                <a:ea typeface="Helvetica Neue Thin"/>
                <a:cs typeface="Helvetica Neue Thin"/>
                <a:sym typeface="Helvetica Neue Thin"/>
              </a:defRPr>
            </a:lvl1pPr>
          </a:lstStyle>
          <a:p>
            <a:fld id="{86CB4B4D-7CA3-9044-876B-883B54F8677D}" type="slidenum">
              <a:t>‹Nr.›</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Foto - Horizontal">
    <p:spTree>
      <p:nvGrpSpPr>
        <p:cNvPr id="1" name=""/>
        <p:cNvGrpSpPr/>
        <p:nvPr/>
      </p:nvGrpSpPr>
      <p:grpSpPr>
        <a:xfrm>
          <a:off x="0" y="0"/>
          <a:ext cx="0" cy="0"/>
          <a:chOff x="0" y="0"/>
          <a:chExt cx="0" cy="0"/>
        </a:xfrm>
      </p:grpSpPr>
      <p:sp>
        <p:nvSpPr>
          <p:cNvPr id="20" name="Bild"/>
          <p:cNvSpPr>
            <a:spLocks noGrp="1"/>
          </p:cNvSpPr>
          <p:nvPr>
            <p:ph type="pic" idx="13"/>
          </p:nvPr>
        </p:nvSpPr>
        <p:spPr>
          <a:xfrm>
            <a:off x="1622088" y="289099"/>
            <a:ext cx="9753603" cy="6505789"/>
          </a:xfrm>
          <a:prstGeom prst="rect">
            <a:avLst/>
          </a:prstGeom>
        </p:spPr>
        <p:txBody>
          <a:bodyPr lIns="91439" tIns="45719" rIns="91439" bIns="45719" anchor="t">
            <a:noAutofit/>
          </a:bodyPr>
          <a:lstStyle/>
          <a:p>
            <a:endParaRPr/>
          </a:p>
        </p:txBody>
      </p:sp>
      <p:sp>
        <p:nvSpPr>
          <p:cNvPr id="21" name="Titeltext"/>
          <p:cNvSpPr txBox="1">
            <a:spLocks noGrp="1"/>
          </p:cNvSpPr>
          <p:nvPr>
            <p:ph type="title"/>
          </p:nvPr>
        </p:nvSpPr>
        <p:spPr>
          <a:xfrm>
            <a:off x="1270000" y="6718300"/>
            <a:ext cx="10464800" cy="1422400"/>
          </a:xfrm>
          <a:prstGeom prst="rect">
            <a:avLst/>
          </a:prstGeom>
        </p:spPr>
        <p:txBody>
          <a:bodyPr anchor="b"/>
          <a:lstStyle/>
          <a:p>
            <a:r>
              <a:t>Titeltext</a:t>
            </a:r>
          </a:p>
        </p:txBody>
      </p:sp>
      <p:sp>
        <p:nvSpPr>
          <p:cNvPr id="22" name="Textebene 1…"/>
          <p:cNvSpPr txBox="1">
            <a:spLocks noGrp="1"/>
          </p:cNvSpPr>
          <p:nvPr>
            <p:ph type="body" sz="quarter" idx="1"/>
          </p:nvPr>
        </p:nvSpPr>
        <p:spPr>
          <a:xfrm>
            <a:off x="1270000" y="8153400"/>
            <a:ext cx="10464800" cy="1130300"/>
          </a:xfrm>
          <a:prstGeom prst="rect">
            <a:avLst/>
          </a:prstGeom>
        </p:spPr>
        <p:txBody>
          <a:bodyPr anchor="t"/>
          <a:lstStyle>
            <a:lvl1pPr marL="0" indent="0" algn="ctr">
              <a:spcBef>
                <a:spcPts val="0"/>
              </a:spcBef>
              <a:buSzTx/>
              <a:buNone/>
              <a:defRPr sz="3700"/>
            </a:lvl1pPr>
            <a:lvl2pPr marL="0" indent="0" algn="ctr">
              <a:spcBef>
                <a:spcPts val="0"/>
              </a:spcBef>
              <a:buSzTx/>
              <a:buNone/>
              <a:defRPr sz="3700"/>
            </a:lvl2pPr>
            <a:lvl3pPr marL="0" indent="0" algn="ctr">
              <a:spcBef>
                <a:spcPts val="0"/>
              </a:spcBef>
              <a:buSzTx/>
              <a:buNone/>
              <a:defRPr sz="3700"/>
            </a:lvl3pPr>
            <a:lvl4pPr marL="0" indent="0" algn="ctr">
              <a:spcBef>
                <a:spcPts val="0"/>
              </a:spcBef>
              <a:buSzTx/>
              <a:buNone/>
              <a:defRPr sz="3700"/>
            </a:lvl4pPr>
            <a:lvl5pPr marL="0" indent="0" algn="ctr">
              <a:spcBef>
                <a:spcPts val="0"/>
              </a:spcBef>
              <a:buSzTx/>
              <a:buNone/>
              <a:defRPr sz="3700"/>
            </a:lvl5pPr>
          </a:lstStyle>
          <a:p>
            <a:r>
              <a:t>Textebene 1</a:t>
            </a:r>
          </a:p>
          <a:p>
            <a:pPr lvl="1"/>
            <a:r>
              <a:t>Textebene 2</a:t>
            </a:r>
          </a:p>
          <a:p>
            <a:pPr lvl="2"/>
            <a:r>
              <a:t>Textebene 3</a:t>
            </a:r>
          </a:p>
          <a:p>
            <a:pPr lvl="3"/>
            <a:r>
              <a:t>Textebene 4</a:t>
            </a:r>
          </a:p>
          <a:p>
            <a:pPr lvl="4"/>
            <a:r>
              <a:t>Textebene 5</a:t>
            </a:r>
          </a:p>
        </p:txBody>
      </p:sp>
      <p:sp>
        <p:nvSpPr>
          <p:cNvPr id="23" name="Foliennummer"/>
          <p:cNvSpPr txBox="1">
            <a:spLocks noGrp="1"/>
          </p:cNvSpPr>
          <p:nvPr>
            <p:ph type="sldNum" sz="quarter" idx="2"/>
          </p:nvPr>
        </p:nvSpPr>
        <p:spPr>
          <a:prstGeom prst="rect">
            <a:avLst/>
          </a:prstGeom>
        </p:spPr>
        <p:txBody>
          <a:bodyPr/>
          <a:lstStyle/>
          <a:p>
            <a:fld id="{86CB4B4D-7CA3-9044-876B-883B54F8677D}" type="slidenum">
              <a:t>‹Nr.›</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el - Mitte">
    <p:spTree>
      <p:nvGrpSpPr>
        <p:cNvPr id="1" name=""/>
        <p:cNvGrpSpPr/>
        <p:nvPr/>
      </p:nvGrpSpPr>
      <p:grpSpPr>
        <a:xfrm>
          <a:off x="0" y="0"/>
          <a:ext cx="0" cy="0"/>
          <a:chOff x="0" y="0"/>
          <a:chExt cx="0" cy="0"/>
        </a:xfrm>
      </p:grpSpPr>
      <p:sp>
        <p:nvSpPr>
          <p:cNvPr id="30" name="Titeltext"/>
          <p:cNvSpPr txBox="1">
            <a:spLocks noGrp="1"/>
          </p:cNvSpPr>
          <p:nvPr>
            <p:ph type="title"/>
          </p:nvPr>
        </p:nvSpPr>
        <p:spPr>
          <a:xfrm>
            <a:off x="1270000" y="3225800"/>
            <a:ext cx="10464800" cy="3302000"/>
          </a:xfrm>
          <a:prstGeom prst="rect">
            <a:avLst/>
          </a:prstGeom>
        </p:spPr>
        <p:txBody>
          <a:bodyPr/>
          <a:lstStyle/>
          <a:p>
            <a:r>
              <a:t>Titeltext</a:t>
            </a:r>
          </a:p>
        </p:txBody>
      </p:sp>
      <p:sp>
        <p:nvSpPr>
          <p:cNvPr id="31" name="Foliennummer"/>
          <p:cNvSpPr txBox="1">
            <a:spLocks noGrp="1"/>
          </p:cNvSpPr>
          <p:nvPr>
            <p:ph type="sldNum" sz="quarter" idx="2"/>
          </p:nvPr>
        </p:nvSpPr>
        <p:spPr>
          <a:prstGeom prst="rect">
            <a:avLst/>
          </a:prstGeom>
        </p:spPr>
        <p:txBody>
          <a:bodyPr/>
          <a:lstStyle/>
          <a:p>
            <a:fld id="{86CB4B4D-7CA3-9044-876B-883B54F8677D}" type="slidenum">
              <a:t>‹Nr.›</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Foto - Vertikal">
    <p:spTree>
      <p:nvGrpSpPr>
        <p:cNvPr id="1" name=""/>
        <p:cNvGrpSpPr/>
        <p:nvPr/>
      </p:nvGrpSpPr>
      <p:grpSpPr>
        <a:xfrm>
          <a:off x="0" y="0"/>
          <a:ext cx="0" cy="0"/>
          <a:chOff x="0" y="0"/>
          <a:chExt cx="0" cy="0"/>
        </a:xfrm>
      </p:grpSpPr>
      <p:sp>
        <p:nvSpPr>
          <p:cNvPr id="38" name="Bild"/>
          <p:cNvSpPr>
            <a:spLocks noGrp="1"/>
          </p:cNvSpPr>
          <p:nvPr>
            <p:ph type="pic" idx="13"/>
          </p:nvPr>
        </p:nvSpPr>
        <p:spPr>
          <a:xfrm>
            <a:off x="2263775" y="613833"/>
            <a:ext cx="12401550" cy="8267701"/>
          </a:xfrm>
          <a:prstGeom prst="rect">
            <a:avLst/>
          </a:prstGeom>
        </p:spPr>
        <p:txBody>
          <a:bodyPr lIns="91439" tIns="45719" rIns="91439" bIns="45719" anchor="t">
            <a:noAutofit/>
          </a:bodyPr>
          <a:lstStyle/>
          <a:p>
            <a:endParaRPr/>
          </a:p>
        </p:txBody>
      </p:sp>
      <p:sp>
        <p:nvSpPr>
          <p:cNvPr id="39" name="Titeltext"/>
          <p:cNvSpPr txBox="1">
            <a:spLocks noGrp="1"/>
          </p:cNvSpPr>
          <p:nvPr>
            <p:ph type="title"/>
          </p:nvPr>
        </p:nvSpPr>
        <p:spPr>
          <a:xfrm>
            <a:off x="952500" y="635000"/>
            <a:ext cx="5334000" cy="3987800"/>
          </a:xfrm>
          <a:prstGeom prst="rect">
            <a:avLst/>
          </a:prstGeom>
        </p:spPr>
        <p:txBody>
          <a:bodyPr anchor="b"/>
          <a:lstStyle>
            <a:lvl1pPr>
              <a:defRPr sz="6000"/>
            </a:lvl1pPr>
          </a:lstStyle>
          <a:p>
            <a:r>
              <a:t>Titeltext</a:t>
            </a:r>
          </a:p>
        </p:txBody>
      </p:sp>
      <p:sp>
        <p:nvSpPr>
          <p:cNvPr id="40" name="Textebene 1…"/>
          <p:cNvSpPr txBox="1">
            <a:spLocks noGrp="1"/>
          </p:cNvSpPr>
          <p:nvPr>
            <p:ph type="body" sz="quarter" idx="1"/>
          </p:nvPr>
        </p:nvSpPr>
        <p:spPr>
          <a:xfrm>
            <a:off x="952500" y="4724400"/>
            <a:ext cx="5334000" cy="4114800"/>
          </a:xfrm>
          <a:prstGeom prst="rect">
            <a:avLst/>
          </a:prstGeom>
        </p:spPr>
        <p:txBody>
          <a:bodyPr anchor="t"/>
          <a:lstStyle>
            <a:lvl1pPr marL="0" indent="0" algn="ctr">
              <a:spcBef>
                <a:spcPts val="0"/>
              </a:spcBef>
              <a:buSzTx/>
              <a:buNone/>
              <a:defRPr sz="3700"/>
            </a:lvl1pPr>
            <a:lvl2pPr marL="0" indent="0" algn="ctr">
              <a:spcBef>
                <a:spcPts val="0"/>
              </a:spcBef>
              <a:buSzTx/>
              <a:buNone/>
              <a:defRPr sz="3700"/>
            </a:lvl2pPr>
            <a:lvl3pPr marL="0" indent="0" algn="ctr">
              <a:spcBef>
                <a:spcPts val="0"/>
              </a:spcBef>
              <a:buSzTx/>
              <a:buNone/>
              <a:defRPr sz="3700"/>
            </a:lvl3pPr>
            <a:lvl4pPr marL="0" indent="0" algn="ctr">
              <a:spcBef>
                <a:spcPts val="0"/>
              </a:spcBef>
              <a:buSzTx/>
              <a:buNone/>
              <a:defRPr sz="3700"/>
            </a:lvl4pPr>
            <a:lvl5pPr marL="0" indent="0" algn="ctr">
              <a:spcBef>
                <a:spcPts val="0"/>
              </a:spcBef>
              <a:buSzTx/>
              <a:buNone/>
              <a:defRPr sz="3700"/>
            </a:lvl5pPr>
          </a:lstStyle>
          <a:p>
            <a:r>
              <a:t>Textebene 1</a:t>
            </a:r>
          </a:p>
          <a:p>
            <a:pPr lvl="1"/>
            <a:r>
              <a:t>Textebene 2</a:t>
            </a:r>
          </a:p>
          <a:p>
            <a:pPr lvl="2"/>
            <a:r>
              <a:t>Textebene 3</a:t>
            </a:r>
          </a:p>
          <a:p>
            <a:pPr lvl="3"/>
            <a:r>
              <a:t>Textebene 4</a:t>
            </a:r>
          </a:p>
          <a:p>
            <a:pPr lvl="4"/>
            <a:r>
              <a:t>Textebene 5</a:t>
            </a:r>
          </a:p>
        </p:txBody>
      </p:sp>
      <p:sp>
        <p:nvSpPr>
          <p:cNvPr id="41" name="Foliennummer"/>
          <p:cNvSpPr txBox="1">
            <a:spLocks noGrp="1"/>
          </p:cNvSpPr>
          <p:nvPr>
            <p:ph type="sldNum" sz="quarter" idx="2"/>
          </p:nvPr>
        </p:nvSpPr>
        <p:spPr>
          <a:prstGeom prst="rect">
            <a:avLst/>
          </a:prstGeom>
        </p:spPr>
        <p:txBody>
          <a:bodyPr/>
          <a:lstStyle/>
          <a:p>
            <a:fld id="{86CB4B4D-7CA3-9044-876B-883B54F8677D}" type="slidenum">
              <a:t>‹Nr.›</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2_Titel - Oben">
    <p:spTree>
      <p:nvGrpSpPr>
        <p:cNvPr id="1" name=""/>
        <p:cNvGrpSpPr/>
        <p:nvPr/>
      </p:nvGrpSpPr>
      <p:grpSpPr>
        <a:xfrm>
          <a:off x="0" y="0"/>
          <a:ext cx="0" cy="0"/>
          <a:chOff x="0" y="0"/>
          <a:chExt cx="0" cy="0"/>
        </a:xfrm>
      </p:grpSpPr>
      <p:sp>
        <p:nvSpPr>
          <p:cNvPr id="48" name="Titeltext"/>
          <p:cNvSpPr txBox="1">
            <a:spLocks noGrp="1"/>
          </p:cNvSpPr>
          <p:nvPr>
            <p:ph type="title"/>
          </p:nvPr>
        </p:nvSpPr>
        <p:spPr>
          <a:prstGeom prst="rect">
            <a:avLst/>
          </a:prstGeom>
        </p:spPr>
        <p:txBody>
          <a:bodyPr/>
          <a:lstStyle/>
          <a:p>
            <a:r>
              <a:t>Titeltext</a:t>
            </a:r>
          </a:p>
        </p:txBody>
      </p:sp>
      <p:sp>
        <p:nvSpPr>
          <p:cNvPr id="49" name="Foliennummer"/>
          <p:cNvSpPr txBox="1">
            <a:spLocks noGrp="1"/>
          </p:cNvSpPr>
          <p:nvPr>
            <p:ph type="sldNum" sz="quarter" idx="2"/>
          </p:nvPr>
        </p:nvSpPr>
        <p:spPr>
          <a:prstGeom prst="rect">
            <a:avLst/>
          </a:prstGeom>
        </p:spPr>
        <p:txBody>
          <a:bodyPr/>
          <a:lstStyle/>
          <a:p>
            <a:fld id="{86CB4B4D-7CA3-9044-876B-883B54F8677D}" type="slidenum">
              <a:t>‹Nr.›</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el &amp; Aufzählung">
    <p:spTree>
      <p:nvGrpSpPr>
        <p:cNvPr id="1" name=""/>
        <p:cNvGrpSpPr/>
        <p:nvPr/>
      </p:nvGrpSpPr>
      <p:grpSpPr>
        <a:xfrm>
          <a:off x="0" y="0"/>
          <a:ext cx="0" cy="0"/>
          <a:chOff x="0" y="0"/>
          <a:chExt cx="0" cy="0"/>
        </a:xfrm>
      </p:grpSpPr>
      <p:sp>
        <p:nvSpPr>
          <p:cNvPr id="56" name="Titeltext"/>
          <p:cNvSpPr txBox="1">
            <a:spLocks noGrp="1"/>
          </p:cNvSpPr>
          <p:nvPr>
            <p:ph type="title"/>
          </p:nvPr>
        </p:nvSpPr>
        <p:spPr>
          <a:prstGeom prst="rect">
            <a:avLst/>
          </a:prstGeom>
        </p:spPr>
        <p:txBody>
          <a:bodyPr/>
          <a:lstStyle/>
          <a:p>
            <a:r>
              <a:t>Titeltext</a:t>
            </a:r>
          </a:p>
        </p:txBody>
      </p:sp>
      <p:sp>
        <p:nvSpPr>
          <p:cNvPr id="57" name="Textebene 1…"/>
          <p:cNvSpPr txBox="1">
            <a:spLocks noGrp="1"/>
          </p:cNvSpPr>
          <p:nvPr>
            <p:ph type="body" idx="1"/>
          </p:nvPr>
        </p:nvSpPr>
        <p:spPr>
          <a:prstGeom prst="rect">
            <a:avLst/>
          </a:prstGeom>
        </p:spPr>
        <p:txBody>
          <a:bodyPr/>
          <a:lstStyle/>
          <a:p>
            <a:r>
              <a:t>Textebene 1</a:t>
            </a:r>
          </a:p>
          <a:p>
            <a:pPr lvl="1"/>
            <a:r>
              <a:t>Textebene 2</a:t>
            </a:r>
          </a:p>
          <a:p>
            <a:pPr lvl="2"/>
            <a:r>
              <a:t>Textebene 3</a:t>
            </a:r>
          </a:p>
          <a:p>
            <a:pPr lvl="3"/>
            <a:r>
              <a:t>Textebene 4</a:t>
            </a:r>
          </a:p>
          <a:p>
            <a:pPr lvl="4"/>
            <a:r>
              <a:t>Textebene 5</a:t>
            </a:r>
          </a:p>
        </p:txBody>
      </p:sp>
      <p:sp>
        <p:nvSpPr>
          <p:cNvPr id="58" name="Rechteck"/>
          <p:cNvSpPr/>
          <p:nvPr/>
        </p:nvSpPr>
        <p:spPr>
          <a:xfrm>
            <a:off x="-87859" y="-876298"/>
            <a:ext cx="11651941" cy="1072156"/>
          </a:xfrm>
          <a:prstGeom prst="rect">
            <a:avLst/>
          </a:prstGeom>
          <a:solidFill>
            <a:schemeClr val="accent1">
              <a:hueOff val="114395"/>
              <a:lumOff val="-24975"/>
            </a:schemeClr>
          </a:solidFill>
          <a:ln w="12700">
            <a:miter lim="400000"/>
          </a:ln>
        </p:spPr>
        <p:txBody>
          <a:bodyPr lIns="50800" tIns="50800" rIns="50800" bIns="50800" anchor="ctr"/>
          <a:lstStyle/>
          <a:p>
            <a:pPr>
              <a:defRPr sz="2200" b="0">
                <a:solidFill>
                  <a:srgbClr val="FFFFFF"/>
                </a:solidFill>
                <a:latin typeface="+mn-lt"/>
                <a:ea typeface="+mn-ea"/>
                <a:cs typeface="+mn-cs"/>
                <a:sym typeface="Helvetica Neue Medium"/>
              </a:defRPr>
            </a:pPr>
            <a:endParaRPr/>
          </a:p>
        </p:txBody>
      </p:sp>
      <p:sp>
        <p:nvSpPr>
          <p:cNvPr id="59" name="Foliennummer"/>
          <p:cNvSpPr txBox="1">
            <a:spLocks noGrp="1"/>
          </p:cNvSpPr>
          <p:nvPr>
            <p:ph type="sldNum" sz="quarter" idx="2"/>
          </p:nvPr>
        </p:nvSpPr>
        <p:spPr>
          <a:prstGeom prst="rect">
            <a:avLst/>
          </a:prstGeom>
        </p:spPr>
        <p:txBody>
          <a:bodyPr/>
          <a:lstStyle/>
          <a:p>
            <a:fld id="{86CB4B4D-7CA3-9044-876B-883B54F8677D}" type="slidenum">
              <a:t>‹Nr.›</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Titel, Aufzählung &amp; Foto">
    <p:spTree>
      <p:nvGrpSpPr>
        <p:cNvPr id="1" name=""/>
        <p:cNvGrpSpPr/>
        <p:nvPr/>
      </p:nvGrpSpPr>
      <p:grpSpPr>
        <a:xfrm>
          <a:off x="0" y="0"/>
          <a:ext cx="0" cy="0"/>
          <a:chOff x="0" y="0"/>
          <a:chExt cx="0" cy="0"/>
        </a:xfrm>
      </p:grpSpPr>
      <p:sp>
        <p:nvSpPr>
          <p:cNvPr id="66" name="Bild"/>
          <p:cNvSpPr>
            <a:spLocks noGrp="1"/>
          </p:cNvSpPr>
          <p:nvPr>
            <p:ph type="pic" idx="13"/>
          </p:nvPr>
        </p:nvSpPr>
        <p:spPr>
          <a:xfrm>
            <a:off x="4086225" y="2586566"/>
            <a:ext cx="9429750" cy="6286501"/>
          </a:xfrm>
          <a:prstGeom prst="rect">
            <a:avLst/>
          </a:prstGeom>
        </p:spPr>
        <p:txBody>
          <a:bodyPr lIns="91439" tIns="45719" rIns="91439" bIns="45719" anchor="t">
            <a:noAutofit/>
          </a:bodyPr>
          <a:lstStyle/>
          <a:p>
            <a:endParaRPr/>
          </a:p>
        </p:txBody>
      </p:sp>
      <p:sp>
        <p:nvSpPr>
          <p:cNvPr id="67" name="Titeltext"/>
          <p:cNvSpPr txBox="1">
            <a:spLocks noGrp="1"/>
          </p:cNvSpPr>
          <p:nvPr>
            <p:ph type="title"/>
          </p:nvPr>
        </p:nvSpPr>
        <p:spPr>
          <a:prstGeom prst="rect">
            <a:avLst/>
          </a:prstGeom>
        </p:spPr>
        <p:txBody>
          <a:bodyPr/>
          <a:lstStyle/>
          <a:p>
            <a:r>
              <a:t>Titeltext</a:t>
            </a:r>
          </a:p>
        </p:txBody>
      </p:sp>
      <p:sp>
        <p:nvSpPr>
          <p:cNvPr id="68" name="Textebene 1…"/>
          <p:cNvSpPr txBox="1">
            <a:spLocks noGrp="1"/>
          </p:cNvSpPr>
          <p:nvPr>
            <p:ph type="body" sz="half" idx="1"/>
          </p:nvPr>
        </p:nvSpPr>
        <p:spPr>
          <a:xfrm>
            <a:off x="952500" y="2590800"/>
            <a:ext cx="5334000" cy="6286500"/>
          </a:xfrm>
          <a:prstGeom prst="rect">
            <a:avLst/>
          </a:prstGeom>
        </p:spPr>
        <p:txBody>
          <a:bodyPr/>
          <a:lstStyle>
            <a:lvl1pPr marL="342900" indent="-342900">
              <a:spcBef>
                <a:spcPts val="3200"/>
              </a:spcBef>
              <a:defRPr sz="2800"/>
            </a:lvl1pPr>
            <a:lvl2pPr marL="685800" indent="-342900">
              <a:spcBef>
                <a:spcPts val="3200"/>
              </a:spcBef>
              <a:defRPr sz="2800"/>
            </a:lvl2pPr>
            <a:lvl3pPr marL="1028700" indent="-342900">
              <a:spcBef>
                <a:spcPts val="3200"/>
              </a:spcBef>
              <a:defRPr sz="2800"/>
            </a:lvl3pPr>
            <a:lvl4pPr marL="1371600" indent="-342900">
              <a:spcBef>
                <a:spcPts val="3200"/>
              </a:spcBef>
              <a:defRPr sz="2800"/>
            </a:lvl4pPr>
            <a:lvl5pPr marL="1714500" indent="-342900">
              <a:spcBef>
                <a:spcPts val="3200"/>
              </a:spcBef>
              <a:defRPr sz="2800"/>
            </a:lvl5pPr>
          </a:lstStyle>
          <a:p>
            <a:r>
              <a:t>Textebene 1</a:t>
            </a:r>
          </a:p>
          <a:p>
            <a:pPr lvl="1"/>
            <a:r>
              <a:t>Textebene 2</a:t>
            </a:r>
          </a:p>
          <a:p>
            <a:pPr lvl="2"/>
            <a:r>
              <a:t>Textebene 3</a:t>
            </a:r>
          </a:p>
          <a:p>
            <a:pPr lvl="3"/>
            <a:r>
              <a:t>Textebene 4</a:t>
            </a:r>
          </a:p>
          <a:p>
            <a:pPr lvl="4"/>
            <a:r>
              <a:t>Textebene 5</a:t>
            </a:r>
          </a:p>
        </p:txBody>
      </p:sp>
      <p:sp>
        <p:nvSpPr>
          <p:cNvPr id="69" name="Foliennummer"/>
          <p:cNvSpPr txBox="1">
            <a:spLocks noGrp="1"/>
          </p:cNvSpPr>
          <p:nvPr>
            <p:ph type="sldNum" sz="quarter" idx="2"/>
          </p:nvPr>
        </p:nvSpPr>
        <p:spPr>
          <a:xfrm>
            <a:off x="6328884" y="9296400"/>
            <a:ext cx="340259" cy="342900"/>
          </a:xfrm>
          <a:prstGeom prst="rect">
            <a:avLst/>
          </a:prstGeom>
        </p:spPr>
        <p:txBody>
          <a:bodyPr/>
          <a:lstStyle>
            <a:lvl1pPr>
              <a:defRPr>
                <a:latin typeface="Helvetica Light"/>
                <a:ea typeface="Helvetica Light"/>
                <a:cs typeface="Helvetica Light"/>
                <a:sym typeface="Helvetica Light"/>
              </a:defRPr>
            </a:lvl1pPr>
          </a:lstStyle>
          <a:p>
            <a:fld id="{86CB4B4D-7CA3-9044-876B-883B54F8677D}" type="slidenum">
              <a:t>‹Nr.›</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Punkte">
    <p:spTree>
      <p:nvGrpSpPr>
        <p:cNvPr id="1" name=""/>
        <p:cNvGrpSpPr/>
        <p:nvPr/>
      </p:nvGrpSpPr>
      <p:grpSpPr>
        <a:xfrm>
          <a:off x="0" y="0"/>
          <a:ext cx="0" cy="0"/>
          <a:chOff x="0" y="0"/>
          <a:chExt cx="0" cy="0"/>
        </a:xfrm>
      </p:grpSpPr>
      <p:sp>
        <p:nvSpPr>
          <p:cNvPr id="76" name="Textebene 1…"/>
          <p:cNvSpPr txBox="1">
            <a:spLocks noGrp="1"/>
          </p:cNvSpPr>
          <p:nvPr>
            <p:ph type="body" idx="1"/>
          </p:nvPr>
        </p:nvSpPr>
        <p:spPr>
          <a:xfrm>
            <a:off x="952500" y="1270000"/>
            <a:ext cx="11099800" cy="7213600"/>
          </a:xfrm>
          <a:prstGeom prst="rect">
            <a:avLst/>
          </a:prstGeom>
        </p:spPr>
        <p:txBody>
          <a:bodyPr/>
          <a:lstStyle/>
          <a:p>
            <a:r>
              <a:t>Textebene 1</a:t>
            </a:r>
          </a:p>
          <a:p>
            <a:pPr lvl="1"/>
            <a:r>
              <a:t>Textebene 2</a:t>
            </a:r>
          </a:p>
          <a:p>
            <a:pPr lvl="2"/>
            <a:r>
              <a:t>Textebene 3</a:t>
            </a:r>
          </a:p>
          <a:p>
            <a:pPr lvl="3"/>
            <a:r>
              <a:t>Textebene 4</a:t>
            </a:r>
          </a:p>
          <a:p>
            <a:pPr lvl="4"/>
            <a:r>
              <a:t>Textebene 5</a:t>
            </a:r>
          </a:p>
        </p:txBody>
      </p:sp>
      <p:sp>
        <p:nvSpPr>
          <p:cNvPr id="77" name="Foliennummer"/>
          <p:cNvSpPr txBox="1">
            <a:spLocks noGrp="1"/>
          </p:cNvSpPr>
          <p:nvPr>
            <p:ph type="sldNum" sz="quarter" idx="2"/>
          </p:nvPr>
        </p:nvSpPr>
        <p:spPr>
          <a:prstGeom prst="rect">
            <a:avLst/>
          </a:prstGeom>
        </p:spPr>
        <p:txBody>
          <a:bodyPr/>
          <a:lstStyle/>
          <a:p>
            <a:fld id="{86CB4B4D-7CA3-9044-876B-883B54F8677D}" type="slidenum">
              <a:t>‹Nr.›</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Foto - 3 Stück">
    <p:spTree>
      <p:nvGrpSpPr>
        <p:cNvPr id="1" name=""/>
        <p:cNvGrpSpPr/>
        <p:nvPr/>
      </p:nvGrpSpPr>
      <p:grpSpPr>
        <a:xfrm>
          <a:off x="0" y="0"/>
          <a:ext cx="0" cy="0"/>
          <a:chOff x="0" y="0"/>
          <a:chExt cx="0" cy="0"/>
        </a:xfrm>
      </p:grpSpPr>
      <p:sp>
        <p:nvSpPr>
          <p:cNvPr id="84" name="Bild"/>
          <p:cNvSpPr>
            <a:spLocks noGrp="1"/>
          </p:cNvSpPr>
          <p:nvPr>
            <p:ph type="pic" sz="quarter" idx="13"/>
          </p:nvPr>
        </p:nvSpPr>
        <p:spPr>
          <a:xfrm>
            <a:off x="6680200" y="5029200"/>
            <a:ext cx="6054748" cy="4038600"/>
          </a:xfrm>
          <a:prstGeom prst="rect">
            <a:avLst/>
          </a:prstGeom>
        </p:spPr>
        <p:txBody>
          <a:bodyPr lIns="91439" tIns="45719" rIns="91439" bIns="45719" anchor="t">
            <a:noAutofit/>
          </a:bodyPr>
          <a:lstStyle/>
          <a:p>
            <a:endParaRPr/>
          </a:p>
        </p:txBody>
      </p:sp>
      <p:sp>
        <p:nvSpPr>
          <p:cNvPr id="85" name="Bild"/>
          <p:cNvSpPr>
            <a:spLocks noGrp="1"/>
          </p:cNvSpPr>
          <p:nvPr>
            <p:ph type="pic" sz="quarter" idx="14"/>
          </p:nvPr>
        </p:nvSpPr>
        <p:spPr>
          <a:xfrm>
            <a:off x="6502400" y="889000"/>
            <a:ext cx="5867400" cy="3911601"/>
          </a:xfrm>
          <a:prstGeom prst="rect">
            <a:avLst/>
          </a:prstGeom>
        </p:spPr>
        <p:txBody>
          <a:bodyPr lIns="91439" tIns="45719" rIns="91439" bIns="45719" anchor="t">
            <a:noAutofit/>
          </a:bodyPr>
          <a:lstStyle/>
          <a:p>
            <a:endParaRPr/>
          </a:p>
        </p:txBody>
      </p:sp>
      <p:sp>
        <p:nvSpPr>
          <p:cNvPr id="86" name="Bild"/>
          <p:cNvSpPr>
            <a:spLocks noGrp="1"/>
          </p:cNvSpPr>
          <p:nvPr>
            <p:ph type="pic" idx="15"/>
          </p:nvPr>
        </p:nvSpPr>
        <p:spPr>
          <a:xfrm>
            <a:off x="-2374900" y="889000"/>
            <a:ext cx="11982450" cy="7988300"/>
          </a:xfrm>
          <a:prstGeom prst="rect">
            <a:avLst/>
          </a:prstGeom>
        </p:spPr>
        <p:txBody>
          <a:bodyPr lIns="91439" tIns="45719" rIns="91439" bIns="45719" anchor="t">
            <a:noAutofit/>
          </a:bodyPr>
          <a:lstStyle/>
          <a:p>
            <a:endParaRPr/>
          </a:p>
        </p:txBody>
      </p:sp>
      <p:sp>
        <p:nvSpPr>
          <p:cNvPr id="87" name="Foliennummer"/>
          <p:cNvSpPr txBox="1">
            <a:spLocks noGrp="1"/>
          </p:cNvSpPr>
          <p:nvPr>
            <p:ph type="sldNum" sz="quarter" idx="2"/>
          </p:nvPr>
        </p:nvSpPr>
        <p:spPr>
          <a:prstGeom prst="rect">
            <a:avLst/>
          </a:prstGeom>
        </p:spPr>
        <p:txBody>
          <a:bodyPr/>
          <a:lstStyle/>
          <a:p>
            <a:fld id="{86CB4B4D-7CA3-9044-876B-883B54F8677D}" type="slidenum">
              <a:t>‹Nr.›</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Zitat">
    <p:spTree>
      <p:nvGrpSpPr>
        <p:cNvPr id="1" name=""/>
        <p:cNvGrpSpPr/>
        <p:nvPr/>
      </p:nvGrpSpPr>
      <p:grpSpPr>
        <a:xfrm>
          <a:off x="0" y="0"/>
          <a:ext cx="0" cy="0"/>
          <a:chOff x="0" y="0"/>
          <a:chExt cx="0" cy="0"/>
        </a:xfrm>
      </p:grpSpPr>
      <p:sp>
        <p:nvSpPr>
          <p:cNvPr id="94" name="–Christian Bauer"/>
          <p:cNvSpPr txBox="1">
            <a:spLocks noGrp="1"/>
          </p:cNvSpPr>
          <p:nvPr>
            <p:ph type="body" sz="quarter" idx="13"/>
          </p:nvPr>
        </p:nvSpPr>
        <p:spPr>
          <a:xfrm>
            <a:off x="1270000" y="6362700"/>
            <a:ext cx="10464800" cy="461366"/>
          </a:xfrm>
          <a:prstGeom prst="rect">
            <a:avLst/>
          </a:prstGeom>
        </p:spPr>
        <p:txBody>
          <a:bodyPr anchor="t">
            <a:spAutoFit/>
          </a:bodyPr>
          <a:lstStyle>
            <a:lvl1pPr marL="0" indent="0" algn="ctr">
              <a:spcBef>
                <a:spcPts val="0"/>
              </a:spcBef>
              <a:buSzTx/>
              <a:buNone/>
              <a:defRPr sz="2400" i="1"/>
            </a:lvl1pPr>
          </a:lstStyle>
          <a:p>
            <a:r>
              <a:t>–Christian Bauer</a:t>
            </a:r>
          </a:p>
        </p:txBody>
      </p:sp>
      <p:sp>
        <p:nvSpPr>
          <p:cNvPr id="95" name="„Zitat hier eingeben.“"/>
          <p:cNvSpPr txBox="1">
            <a:spLocks noGrp="1"/>
          </p:cNvSpPr>
          <p:nvPr>
            <p:ph type="body" sz="quarter" idx="14"/>
          </p:nvPr>
        </p:nvSpPr>
        <p:spPr>
          <a:xfrm>
            <a:off x="1270000" y="4267112"/>
            <a:ext cx="10464800" cy="609776"/>
          </a:xfrm>
          <a:prstGeom prst="rect">
            <a:avLst/>
          </a:prstGeom>
        </p:spPr>
        <p:txBody>
          <a:bodyPr>
            <a:spAutoFit/>
          </a:bodyPr>
          <a:lstStyle>
            <a:lvl1pPr marL="0" indent="0" algn="ctr">
              <a:spcBef>
                <a:spcPts val="0"/>
              </a:spcBef>
              <a:buSzTx/>
              <a:buNone/>
              <a:defRPr sz="3400">
                <a:latin typeface="+mn-lt"/>
                <a:ea typeface="+mn-ea"/>
                <a:cs typeface="+mn-cs"/>
                <a:sym typeface="Helvetica Neue Medium"/>
              </a:defRPr>
            </a:lvl1pPr>
          </a:lstStyle>
          <a:p>
            <a:r>
              <a:t>„Zitat hier eingeben.“ </a:t>
            </a:r>
          </a:p>
        </p:txBody>
      </p:sp>
      <p:sp>
        <p:nvSpPr>
          <p:cNvPr id="96" name="Foliennummer"/>
          <p:cNvSpPr txBox="1">
            <a:spLocks noGrp="1"/>
          </p:cNvSpPr>
          <p:nvPr>
            <p:ph type="sldNum" sz="quarter" idx="2"/>
          </p:nvPr>
        </p:nvSpPr>
        <p:spPr>
          <a:prstGeom prst="rect">
            <a:avLst/>
          </a:prstGeom>
        </p:spPr>
        <p:txBody>
          <a:bodyPr/>
          <a:lstStyle/>
          <a:p>
            <a:fld id="{86CB4B4D-7CA3-9044-876B-883B54F8677D}" type="slidenum">
              <a:t>‹Nr.›</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Foto">
    <p:spTree>
      <p:nvGrpSpPr>
        <p:cNvPr id="1" name=""/>
        <p:cNvGrpSpPr/>
        <p:nvPr/>
      </p:nvGrpSpPr>
      <p:grpSpPr>
        <a:xfrm>
          <a:off x="0" y="0"/>
          <a:ext cx="0" cy="0"/>
          <a:chOff x="0" y="0"/>
          <a:chExt cx="0" cy="0"/>
        </a:xfrm>
      </p:grpSpPr>
      <p:sp>
        <p:nvSpPr>
          <p:cNvPr id="103" name="Bild"/>
          <p:cNvSpPr>
            <a:spLocks noGrp="1"/>
          </p:cNvSpPr>
          <p:nvPr>
            <p:ph type="pic" idx="13"/>
          </p:nvPr>
        </p:nvSpPr>
        <p:spPr>
          <a:xfrm>
            <a:off x="-949853" y="0"/>
            <a:ext cx="14904506" cy="9944100"/>
          </a:xfrm>
          <a:prstGeom prst="rect">
            <a:avLst/>
          </a:prstGeom>
        </p:spPr>
        <p:txBody>
          <a:bodyPr lIns="91439" tIns="45719" rIns="91439" bIns="45719" anchor="t">
            <a:noAutofit/>
          </a:bodyPr>
          <a:lstStyle/>
          <a:p>
            <a:endParaRPr/>
          </a:p>
        </p:txBody>
      </p:sp>
      <p:sp>
        <p:nvSpPr>
          <p:cNvPr id="104" name="Foliennummer"/>
          <p:cNvSpPr txBox="1">
            <a:spLocks noGrp="1"/>
          </p:cNvSpPr>
          <p:nvPr>
            <p:ph type="sldNum" sz="quarter" idx="2"/>
          </p:nvPr>
        </p:nvSpPr>
        <p:spPr>
          <a:prstGeom prst="rect">
            <a:avLst/>
          </a:prstGeom>
        </p:spPr>
        <p:txBody>
          <a:bodyPr/>
          <a:lstStyle/>
          <a:p>
            <a:fld id="{86CB4B4D-7CA3-9044-876B-883B54F8677D}" type="slidenum">
              <a:t>‹Nr.›</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1_Titel - Oben">
    <p:spTree>
      <p:nvGrpSpPr>
        <p:cNvPr id="1" name=""/>
        <p:cNvGrpSpPr/>
        <p:nvPr/>
      </p:nvGrpSpPr>
      <p:grpSpPr>
        <a:xfrm>
          <a:off x="0" y="0"/>
          <a:ext cx="0" cy="0"/>
          <a:chOff x="0" y="0"/>
          <a:chExt cx="0" cy="0"/>
        </a:xfrm>
      </p:grpSpPr>
      <p:sp>
        <p:nvSpPr>
          <p:cNvPr id="118" name="Titeltext"/>
          <p:cNvSpPr txBox="1">
            <a:spLocks noGrp="1"/>
          </p:cNvSpPr>
          <p:nvPr>
            <p:ph type="title"/>
          </p:nvPr>
        </p:nvSpPr>
        <p:spPr>
          <a:xfrm>
            <a:off x="952500" y="444500"/>
            <a:ext cx="11099800" cy="2159000"/>
          </a:xfrm>
          <a:prstGeom prst="rect">
            <a:avLst/>
          </a:prstGeom>
        </p:spPr>
        <p:txBody>
          <a:bodyPr/>
          <a:lstStyle>
            <a:lvl1pPr>
              <a:defRPr sz="7000">
                <a:latin typeface="Helvetica Light"/>
                <a:ea typeface="Helvetica Light"/>
                <a:cs typeface="Helvetica Light"/>
                <a:sym typeface="Helvetica Light"/>
              </a:defRPr>
            </a:lvl1pPr>
          </a:lstStyle>
          <a:p>
            <a:r>
              <a:t>Titeltext</a:t>
            </a:r>
          </a:p>
        </p:txBody>
      </p:sp>
      <p:grpSp>
        <p:nvGrpSpPr>
          <p:cNvPr id="122" name="Gruppieren"/>
          <p:cNvGrpSpPr/>
          <p:nvPr/>
        </p:nvGrpSpPr>
        <p:grpSpPr>
          <a:xfrm>
            <a:off x="1285431" y="-1"/>
            <a:ext cx="11724801" cy="102401"/>
            <a:chOff x="0" y="0"/>
            <a:chExt cx="11724800" cy="102399"/>
          </a:xfrm>
        </p:grpSpPr>
        <p:sp>
          <p:nvSpPr>
            <p:cNvPr id="119" name="Rechteck"/>
            <p:cNvSpPr/>
            <p:nvPr/>
          </p:nvSpPr>
          <p:spPr>
            <a:xfrm>
              <a:off x="-1" y="-1"/>
              <a:ext cx="3891201" cy="102401"/>
            </a:xfrm>
            <a:prstGeom prst="rect">
              <a:avLst/>
            </a:prstGeom>
            <a:solidFill>
              <a:srgbClr val="AA0F1F"/>
            </a:solidFill>
            <a:ln w="12700" cap="flat">
              <a:noFill/>
              <a:miter lim="400000"/>
            </a:ln>
            <a:effectLst/>
          </p:spPr>
          <p:txBody>
            <a:bodyPr wrap="square" lIns="65023" tIns="65023" rIns="65023" bIns="65023" numCol="1" anchor="ctr">
              <a:noAutofit/>
            </a:bodyPr>
            <a:lstStyle/>
            <a:p>
              <a:pPr defTabSz="457200">
                <a:defRPr b="0">
                  <a:solidFill>
                    <a:srgbClr val="FFFFFF"/>
                  </a:solidFill>
                  <a:latin typeface="Arial"/>
                  <a:ea typeface="Arial"/>
                  <a:cs typeface="Arial"/>
                  <a:sym typeface="Arial"/>
                </a:defRPr>
              </a:pPr>
              <a:endParaRPr/>
            </a:p>
          </p:txBody>
        </p:sp>
        <p:sp>
          <p:nvSpPr>
            <p:cNvPr id="120" name="Rechteck"/>
            <p:cNvSpPr/>
            <p:nvPr/>
          </p:nvSpPr>
          <p:spPr>
            <a:xfrm>
              <a:off x="3891200" y="-1"/>
              <a:ext cx="3891201" cy="102401"/>
            </a:xfrm>
            <a:prstGeom prst="rect">
              <a:avLst/>
            </a:prstGeom>
            <a:solidFill>
              <a:srgbClr val="D7471F"/>
            </a:solidFill>
            <a:ln w="12700" cap="flat">
              <a:noFill/>
              <a:miter lim="400000"/>
            </a:ln>
            <a:effectLst/>
          </p:spPr>
          <p:txBody>
            <a:bodyPr wrap="square" lIns="65023" tIns="65023" rIns="65023" bIns="65023" numCol="1" anchor="ctr">
              <a:noAutofit/>
            </a:bodyPr>
            <a:lstStyle/>
            <a:p>
              <a:pPr defTabSz="457200">
                <a:defRPr b="0">
                  <a:solidFill>
                    <a:srgbClr val="FFFFFF"/>
                  </a:solidFill>
                  <a:latin typeface="Arial"/>
                  <a:ea typeface="Arial"/>
                  <a:cs typeface="Arial"/>
                  <a:sym typeface="Arial"/>
                </a:defRPr>
              </a:pPr>
              <a:endParaRPr/>
            </a:p>
          </p:txBody>
        </p:sp>
        <p:sp>
          <p:nvSpPr>
            <p:cNvPr id="121" name="Rechteck"/>
            <p:cNvSpPr/>
            <p:nvPr/>
          </p:nvSpPr>
          <p:spPr>
            <a:xfrm>
              <a:off x="7782400" y="-1"/>
              <a:ext cx="3942401" cy="102401"/>
            </a:xfrm>
            <a:prstGeom prst="rect">
              <a:avLst/>
            </a:prstGeom>
            <a:solidFill>
              <a:srgbClr val="901B6E"/>
            </a:solidFill>
            <a:ln w="12700" cap="flat">
              <a:noFill/>
              <a:miter lim="400000"/>
            </a:ln>
            <a:effectLst/>
          </p:spPr>
          <p:txBody>
            <a:bodyPr wrap="square" lIns="65023" tIns="65023" rIns="65023" bIns="65023" numCol="1" anchor="ctr">
              <a:noAutofit/>
            </a:bodyPr>
            <a:lstStyle/>
            <a:p>
              <a:pPr defTabSz="457200">
                <a:defRPr b="0">
                  <a:solidFill>
                    <a:srgbClr val="FFFFFF"/>
                  </a:solidFill>
                  <a:latin typeface="Arial"/>
                  <a:ea typeface="Arial"/>
                  <a:cs typeface="Arial"/>
                  <a:sym typeface="Arial"/>
                </a:defRPr>
              </a:pPr>
              <a:endParaRPr/>
            </a:p>
          </p:txBody>
        </p:sp>
      </p:grpSp>
      <p:pic>
        <p:nvPicPr>
          <p:cNvPr id="123" name="Logo_17pt.wmf" descr="Logo_17pt.wmf"/>
          <p:cNvPicPr>
            <a:picLocks noChangeAspect="1"/>
          </p:cNvPicPr>
          <p:nvPr/>
        </p:nvPicPr>
        <p:blipFill>
          <a:blip r:embed="rId2"/>
          <a:stretch>
            <a:fillRect/>
          </a:stretch>
        </p:blipFill>
        <p:spPr>
          <a:xfrm>
            <a:off x="11008500" y="8573622"/>
            <a:ext cx="1492393" cy="869245"/>
          </a:xfrm>
          <a:prstGeom prst="rect">
            <a:avLst/>
          </a:prstGeom>
          <a:ln w="12700">
            <a:miter lim="400000"/>
          </a:ln>
        </p:spPr>
      </p:pic>
      <p:sp>
        <p:nvSpPr>
          <p:cNvPr id="124" name="Foliennummer"/>
          <p:cNvSpPr txBox="1">
            <a:spLocks noGrp="1"/>
          </p:cNvSpPr>
          <p:nvPr>
            <p:ph type="sldNum" sz="quarter" idx="2"/>
          </p:nvPr>
        </p:nvSpPr>
        <p:spPr>
          <a:xfrm>
            <a:off x="6311798" y="9251950"/>
            <a:ext cx="368504" cy="381000"/>
          </a:xfrm>
          <a:prstGeom prst="rect">
            <a:avLst/>
          </a:prstGeom>
        </p:spPr>
        <p:txBody>
          <a:bodyPr/>
          <a:lstStyle>
            <a:lvl1pPr>
              <a:defRPr sz="1800">
                <a:latin typeface="Helvetica Light"/>
                <a:ea typeface="Helvetica Light"/>
                <a:cs typeface="Helvetica Light"/>
                <a:sym typeface="Helvetica Light"/>
              </a:defRPr>
            </a:lvl1pPr>
          </a:lstStyle>
          <a:p>
            <a:fld id="{86CB4B4D-7CA3-9044-876B-883B54F8677D}" type="slidenum">
              <a:t>‹Nr.›</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Titel - Oben">
    <p:spTree>
      <p:nvGrpSpPr>
        <p:cNvPr id="1" name=""/>
        <p:cNvGrpSpPr/>
        <p:nvPr/>
      </p:nvGrpSpPr>
      <p:grpSpPr>
        <a:xfrm>
          <a:off x="0" y="0"/>
          <a:ext cx="0" cy="0"/>
          <a:chOff x="0" y="0"/>
          <a:chExt cx="0" cy="0"/>
        </a:xfrm>
      </p:grpSpPr>
      <p:sp>
        <p:nvSpPr>
          <p:cNvPr id="131" name="Titeltext"/>
          <p:cNvSpPr txBox="1">
            <a:spLocks noGrp="1"/>
          </p:cNvSpPr>
          <p:nvPr>
            <p:ph type="title"/>
          </p:nvPr>
        </p:nvSpPr>
        <p:spPr>
          <a:xfrm>
            <a:off x="952500" y="444500"/>
            <a:ext cx="11099800" cy="2159000"/>
          </a:xfrm>
          <a:prstGeom prst="rect">
            <a:avLst/>
          </a:prstGeom>
        </p:spPr>
        <p:txBody>
          <a:bodyPr/>
          <a:lstStyle>
            <a:lvl1pPr>
              <a:defRPr>
                <a:latin typeface="Helvetica Light"/>
                <a:ea typeface="Helvetica Light"/>
                <a:cs typeface="Helvetica Light"/>
                <a:sym typeface="Helvetica Light"/>
              </a:defRPr>
            </a:lvl1pPr>
          </a:lstStyle>
          <a:p>
            <a:r>
              <a:t>Titeltext</a:t>
            </a:r>
          </a:p>
        </p:txBody>
      </p:sp>
      <p:grpSp>
        <p:nvGrpSpPr>
          <p:cNvPr id="135" name="Gruppieren"/>
          <p:cNvGrpSpPr/>
          <p:nvPr/>
        </p:nvGrpSpPr>
        <p:grpSpPr>
          <a:xfrm>
            <a:off x="1285431" y="-1"/>
            <a:ext cx="11724801" cy="102401"/>
            <a:chOff x="0" y="0"/>
            <a:chExt cx="11724800" cy="102399"/>
          </a:xfrm>
        </p:grpSpPr>
        <p:sp>
          <p:nvSpPr>
            <p:cNvPr id="132" name="Rechteck"/>
            <p:cNvSpPr/>
            <p:nvPr/>
          </p:nvSpPr>
          <p:spPr>
            <a:xfrm>
              <a:off x="-1" y="-1"/>
              <a:ext cx="3891201" cy="102401"/>
            </a:xfrm>
            <a:prstGeom prst="rect">
              <a:avLst/>
            </a:prstGeom>
            <a:solidFill>
              <a:srgbClr val="AA0F1F"/>
            </a:solidFill>
            <a:ln w="12700" cap="flat">
              <a:noFill/>
              <a:miter lim="400000"/>
            </a:ln>
            <a:effectLst/>
          </p:spPr>
          <p:txBody>
            <a:bodyPr wrap="square" lIns="65023" tIns="65023" rIns="65023" bIns="65023" numCol="1" anchor="ctr">
              <a:noAutofit/>
            </a:bodyPr>
            <a:lstStyle/>
            <a:p>
              <a:pPr defTabSz="457200">
                <a:defRPr b="0">
                  <a:solidFill>
                    <a:srgbClr val="FFFFFF"/>
                  </a:solidFill>
                  <a:latin typeface="Arial"/>
                  <a:ea typeface="Arial"/>
                  <a:cs typeface="Arial"/>
                  <a:sym typeface="Arial"/>
                </a:defRPr>
              </a:pPr>
              <a:endParaRPr/>
            </a:p>
          </p:txBody>
        </p:sp>
        <p:sp>
          <p:nvSpPr>
            <p:cNvPr id="133" name="Rechteck"/>
            <p:cNvSpPr/>
            <p:nvPr/>
          </p:nvSpPr>
          <p:spPr>
            <a:xfrm>
              <a:off x="3891200" y="-1"/>
              <a:ext cx="3891201" cy="102401"/>
            </a:xfrm>
            <a:prstGeom prst="rect">
              <a:avLst/>
            </a:prstGeom>
            <a:solidFill>
              <a:srgbClr val="D7471F"/>
            </a:solidFill>
            <a:ln w="12700" cap="flat">
              <a:noFill/>
              <a:miter lim="400000"/>
            </a:ln>
            <a:effectLst/>
          </p:spPr>
          <p:txBody>
            <a:bodyPr wrap="square" lIns="65023" tIns="65023" rIns="65023" bIns="65023" numCol="1" anchor="ctr">
              <a:noAutofit/>
            </a:bodyPr>
            <a:lstStyle/>
            <a:p>
              <a:pPr defTabSz="457200">
                <a:defRPr b="0">
                  <a:solidFill>
                    <a:srgbClr val="FFFFFF"/>
                  </a:solidFill>
                  <a:latin typeface="Arial"/>
                  <a:ea typeface="Arial"/>
                  <a:cs typeface="Arial"/>
                  <a:sym typeface="Arial"/>
                </a:defRPr>
              </a:pPr>
              <a:endParaRPr/>
            </a:p>
          </p:txBody>
        </p:sp>
        <p:sp>
          <p:nvSpPr>
            <p:cNvPr id="134" name="Rechteck"/>
            <p:cNvSpPr/>
            <p:nvPr/>
          </p:nvSpPr>
          <p:spPr>
            <a:xfrm>
              <a:off x="7782400" y="-1"/>
              <a:ext cx="3942401" cy="102401"/>
            </a:xfrm>
            <a:prstGeom prst="rect">
              <a:avLst/>
            </a:prstGeom>
            <a:solidFill>
              <a:srgbClr val="901B6E"/>
            </a:solidFill>
            <a:ln w="12700" cap="flat">
              <a:noFill/>
              <a:miter lim="400000"/>
            </a:ln>
            <a:effectLst/>
          </p:spPr>
          <p:txBody>
            <a:bodyPr wrap="square" lIns="65023" tIns="65023" rIns="65023" bIns="65023" numCol="1" anchor="ctr">
              <a:noAutofit/>
            </a:bodyPr>
            <a:lstStyle/>
            <a:p>
              <a:pPr defTabSz="457200">
                <a:defRPr b="0">
                  <a:solidFill>
                    <a:srgbClr val="FFFFFF"/>
                  </a:solidFill>
                  <a:latin typeface="Arial"/>
                  <a:ea typeface="Arial"/>
                  <a:cs typeface="Arial"/>
                  <a:sym typeface="Arial"/>
                </a:defRPr>
              </a:pPr>
              <a:endParaRPr/>
            </a:p>
          </p:txBody>
        </p:sp>
      </p:grpSp>
      <p:sp>
        <p:nvSpPr>
          <p:cNvPr id="136" name="Foliennummer"/>
          <p:cNvSpPr txBox="1">
            <a:spLocks noGrp="1"/>
          </p:cNvSpPr>
          <p:nvPr>
            <p:ph type="sldNum" sz="quarter" idx="2"/>
          </p:nvPr>
        </p:nvSpPr>
        <p:spPr>
          <a:xfrm>
            <a:off x="6311798" y="9251950"/>
            <a:ext cx="368504" cy="381000"/>
          </a:xfrm>
          <a:prstGeom prst="rect">
            <a:avLst/>
          </a:prstGeom>
        </p:spPr>
        <p:txBody>
          <a:bodyPr/>
          <a:lstStyle>
            <a:lvl1pPr>
              <a:defRPr sz="1800">
                <a:latin typeface="Helvetica Light"/>
                <a:ea typeface="Helvetica Light"/>
                <a:cs typeface="Helvetica Light"/>
                <a:sym typeface="Helvetica Light"/>
              </a:defRPr>
            </a:lvl1pPr>
          </a:lstStyle>
          <a:p>
            <a:fld id="{86CB4B4D-7CA3-9044-876B-883B54F8677D}" type="slidenum">
              <a:t>‹Nr.›</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eltext"/>
          <p:cNvSpPr txBox="1">
            <a:spLocks noGrp="1"/>
          </p:cNvSpPr>
          <p:nvPr>
            <p:ph type="title"/>
          </p:nvPr>
        </p:nvSpPr>
        <p:spPr>
          <a:xfrm>
            <a:off x="952500" y="254000"/>
            <a:ext cx="11099800" cy="215900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50800" tIns="50800" rIns="50800" bIns="50800" anchor="ctr">
            <a:normAutofit/>
          </a:bodyPr>
          <a:lstStyle/>
          <a:p>
            <a:r>
              <a:t>Titeltext</a:t>
            </a:r>
          </a:p>
        </p:txBody>
      </p:sp>
      <p:sp>
        <p:nvSpPr>
          <p:cNvPr id="3" name="Textebene 1…"/>
          <p:cNvSpPr txBox="1">
            <a:spLocks noGrp="1"/>
          </p:cNvSpPr>
          <p:nvPr>
            <p:ph type="body" idx="1"/>
          </p:nvPr>
        </p:nvSpPr>
        <p:spPr>
          <a:xfrm>
            <a:off x="952500" y="2590800"/>
            <a:ext cx="11099800" cy="628650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50800" tIns="50800" rIns="50800" bIns="50800" anchor="ctr">
            <a:normAutofit/>
          </a:bodyPr>
          <a:lstStyle/>
          <a:p>
            <a:r>
              <a:t>Textebene 1</a:t>
            </a:r>
          </a:p>
          <a:p>
            <a:pPr lvl="1"/>
            <a:r>
              <a:t>Textebene 2</a:t>
            </a:r>
          </a:p>
          <a:p>
            <a:pPr lvl="2"/>
            <a:r>
              <a:t>Textebene 3</a:t>
            </a:r>
          </a:p>
          <a:p>
            <a:pPr lvl="3"/>
            <a:r>
              <a:t>Textebene 4</a:t>
            </a:r>
          </a:p>
          <a:p>
            <a:pPr lvl="4"/>
            <a:r>
              <a:t>Textebene 5</a:t>
            </a:r>
          </a:p>
        </p:txBody>
      </p:sp>
      <p:sp>
        <p:nvSpPr>
          <p:cNvPr id="4" name="Foliennummer"/>
          <p:cNvSpPr txBox="1">
            <a:spLocks noGrp="1"/>
          </p:cNvSpPr>
          <p:nvPr>
            <p:ph type="sldNum" sz="quarter" idx="2"/>
          </p:nvPr>
        </p:nvSpPr>
        <p:spPr>
          <a:xfrm>
            <a:off x="6328884" y="9296400"/>
            <a:ext cx="340259" cy="324306"/>
          </a:xfrm>
          <a:prstGeom prst="rect">
            <a:avLst/>
          </a:prstGeom>
          <a:ln w="12700">
            <a:miter lim="400000"/>
          </a:ln>
        </p:spPr>
        <p:txBody>
          <a:bodyPr wrap="none" lIns="50800" tIns="50800" rIns="50800" bIns="50800">
            <a:spAutoFit/>
          </a:bodyPr>
          <a:lstStyle>
            <a:lvl1pPr>
              <a:defRPr sz="1600" b="0">
                <a:latin typeface="Helvetica Neue Light"/>
                <a:ea typeface="Helvetica Neue Light"/>
                <a:cs typeface="Helvetica Neue Light"/>
                <a:sym typeface="Helvetica Neue Light"/>
              </a:defRPr>
            </a:lvl1pPr>
          </a:lstStyle>
          <a:p>
            <a:fld id="{86CB4B4D-7CA3-9044-876B-883B54F8677D}" type="slidenum">
              <a:t>‹Nr.›</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 id="2147483662" r:id="rId13"/>
  </p:sldLayoutIdLst>
  <p:transition spd="med"/>
  <p:txStyles>
    <p:titleStyle>
      <a:lvl1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1pPr>
      <a:lvl2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2pPr>
      <a:lvl3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3pPr>
      <a:lvl4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4pPr>
      <a:lvl5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5pPr>
      <a:lvl6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6pPr>
      <a:lvl7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7pPr>
      <a:lvl8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8pPr>
      <a:lvl9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9pPr>
    </p:titleStyle>
    <p:bodyStyle>
      <a:lvl1pPr marL="444500" marR="0" indent="-444500" algn="l" defTabSz="584200" rtl="0" latinLnBrk="0">
        <a:lnSpc>
          <a:spcPct val="100000"/>
        </a:lnSpc>
        <a:spcBef>
          <a:spcPts val="4200"/>
        </a:spcBef>
        <a:spcAft>
          <a:spcPts val="0"/>
        </a:spcAft>
        <a:buClrTx/>
        <a:buSzPct val="145000"/>
        <a:buFontTx/>
        <a:buChar char="•"/>
        <a:tabLst/>
        <a:defRPr sz="3200" b="0" i="0" u="none" strike="noStrike" cap="none" spc="0" baseline="0">
          <a:solidFill>
            <a:srgbClr val="000000"/>
          </a:solidFill>
          <a:uFillTx/>
          <a:latin typeface="Helvetica Neue"/>
          <a:ea typeface="Helvetica Neue"/>
          <a:cs typeface="Helvetica Neue"/>
          <a:sym typeface="Helvetica Neue"/>
        </a:defRPr>
      </a:lvl1pPr>
      <a:lvl2pPr marL="889000" marR="0" indent="-444500" algn="l" defTabSz="584200" rtl="0" latinLnBrk="0">
        <a:lnSpc>
          <a:spcPct val="100000"/>
        </a:lnSpc>
        <a:spcBef>
          <a:spcPts val="4200"/>
        </a:spcBef>
        <a:spcAft>
          <a:spcPts val="0"/>
        </a:spcAft>
        <a:buClrTx/>
        <a:buSzPct val="145000"/>
        <a:buFontTx/>
        <a:buChar char="•"/>
        <a:tabLst/>
        <a:defRPr sz="3200" b="0" i="0" u="none" strike="noStrike" cap="none" spc="0" baseline="0">
          <a:solidFill>
            <a:srgbClr val="000000"/>
          </a:solidFill>
          <a:uFillTx/>
          <a:latin typeface="Helvetica Neue"/>
          <a:ea typeface="Helvetica Neue"/>
          <a:cs typeface="Helvetica Neue"/>
          <a:sym typeface="Helvetica Neue"/>
        </a:defRPr>
      </a:lvl2pPr>
      <a:lvl3pPr marL="1333500" marR="0" indent="-444500" algn="l" defTabSz="584200" rtl="0" latinLnBrk="0">
        <a:lnSpc>
          <a:spcPct val="100000"/>
        </a:lnSpc>
        <a:spcBef>
          <a:spcPts val="4200"/>
        </a:spcBef>
        <a:spcAft>
          <a:spcPts val="0"/>
        </a:spcAft>
        <a:buClrTx/>
        <a:buSzPct val="145000"/>
        <a:buFontTx/>
        <a:buChar char="•"/>
        <a:tabLst/>
        <a:defRPr sz="3200" b="0" i="0" u="none" strike="noStrike" cap="none" spc="0" baseline="0">
          <a:solidFill>
            <a:srgbClr val="000000"/>
          </a:solidFill>
          <a:uFillTx/>
          <a:latin typeface="Helvetica Neue"/>
          <a:ea typeface="Helvetica Neue"/>
          <a:cs typeface="Helvetica Neue"/>
          <a:sym typeface="Helvetica Neue"/>
        </a:defRPr>
      </a:lvl3pPr>
      <a:lvl4pPr marL="1778000" marR="0" indent="-444500" algn="l" defTabSz="584200" rtl="0" latinLnBrk="0">
        <a:lnSpc>
          <a:spcPct val="100000"/>
        </a:lnSpc>
        <a:spcBef>
          <a:spcPts val="4200"/>
        </a:spcBef>
        <a:spcAft>
          <a:spcPts val="0"/>
        </a:spcAft>
        <a:buClrTx/>
        <a:buSzPct val="145000"/>
        <a:buFontTx/>
        <a:buChar char="•"/>
        <a:tabLst/>
        <a:defRPr sz="3200" b="0" i="0" u="none" strike="noStrike" cap="none" spc="0" baseline="0">
          <a:solidFill>
            <a:srgbClr val="000000"/>
          </a:solidFill>
          <a:uFillTx/>
          <a:latin typeface="Helvetica Neue"/>
          <a:ea typeface="Helvetica Neue"/>
          <a:cs typeface="Helvetica Neue"/>
          <a:sym typeface="Helvetica Neue"/>
        </a:defRPr>
      </a:lvl4pPr>
      <a:lvl5pPr marL="2222500" marR="0" indent="-444500" algn="l" defTabSz="584200" rtl="0" latinLnBrk="0">
        <a:lnSpc>
          <a:spcPct val="100000"/>
        </a:lnSpc>
        <a:spcBef>
          <a:spcPts val="4200"/>
        </a:spcBef>
        <a:spcAft>
          <a:spcPts val="0"/>
        </a:spcAft>
        <a:buClrTx/>
        <a:buSzPct val="145000"/>
        <a:buFontTx/>
        <a:buChar char="•"/>
        <a:tabLst/>
        <a:defRPr sz="3200" b="0" i="0" u="none" strike="noStrike" cap="none" spc="0" baseline="0">
          <a:solidFill>
            <a:srgbClr val="000000"/>
          </a:solidFill>
          <a:uFillTx/>
          <a:latin typeface="Helvetica Neue"/>
          <a:ea typeface="Helvetica Neue"/>
          <a:cs typeface="Helvetica Neue"/>
          <a:sym typeface="Helvetica Neue"/>
        </a:defRPr>
      </a:lvl5pPr>
      <a:lvl6pPr marL="2667000" marR="0" indent="-444500" algn="l" defTabSz="584200" rtl="0" latinLnBrk="0">
        <a:lnSpc>
          <a:spcPct val="100000"/>
        </a:lnSpc>
        <a:spcBef>
          <a:spcPts val="4200"/>
        </a:spcBef>
        <a:spcAft>
          <a:spcPts val="0"/>
        </a:spcAft>
        <a:buClrTx/>
        <a:buSzPct val="145000"/>
        <a:buFontTx/>
        <a:buChar char="•"/>
        <a:tabLst/>
        <a:defRPr sz="3200" b="0" i="0" u="none" strike="noStrike" cap="none" spc="0" baseline="0">
          <a:solidFill>
            <a:srgbClr val="000000"/>
          </a:solidFill>
          <a:uFillTx/>
          <a:latin typeface="Helvetica Neue"/>
          <a:ea typeface="Helvetica Neue"/>
          <a:cs typeface="Helvetica Neue"/>
          <a:sym typeface="Helvetica Neue"/>
        </a:defRPr>
      </a:lvl6pPr>
      <a:lvl7pPr marL="3111500" marR="0" indent="-444500" algn="l" defTabSz="584200" rtl="0" latinLnBrk="0">
        <a:lnSpc>
          <a:spcPct val="100000"/>
        </a:lnSpc>
        <a:spcBef>
          <a:spcPts val="4200"/>
        </a:spcBef>
        <a:spcAft>
          <a:spcPts val="0"/>
        </a:spcAft>
        <a:buClrTx/>
        <a:buSzPct val="145000"/>
        <a:buFontTx/>
        <a:buChar char="•"/>
        <a:tabLst/>
        <a:defRPr sz="3200" b="0" i="0" u="none" strike="noStrike" cap="none" spc="0" baseline="0">
          <a:solidFill>
            <a:srgbClr val="000000"/>
          </a:solidFill>
          <a:uFillTx/>
          <a:latin typeface="Helvetica Neue"/>
          <a:ea typeface="Helvetica Neue"/>
          <a:cs typeface="Helvetica Neue"/>
          <a:sym typeface="Helvetica Neue"/>
        </a:defRPr>
      </a:lvl7pPr>
      <a:lvl8pPr marL="3556000" marR="0" indent="-444500" algn="l" defTabSz="584200" rtl="0" latinLnBrk="0">
        <a:lnSpc>
          <a:spcPct val="100000"/>
        </a:lnSpc>
        <a:spcBef>
          <a:spcPts val="4200"/>
        </a:spcBef>
        <a:spcAft>
          <a:spcPts val="0"/>
        </a:spcAft>
        <a:buClrTx/>
        <a:buSzPct val="145000"/>
        <a:buFontTx/>
        <a:buChar char="•"/>
        <a:tabLst/>
        <a:defRPr sz="3200" b="0" i="0" u="none" strike="noStrike" cap="none" spc="0" baseline="0">
          <a:solidFill>
            <a:srgbClr val="000000"/>
          </a:solidFill>
          <a:uFillTx/>
          <a:latin typeface="Helvetica Neue"/>
          <a:ea typeface="Helvetica Neue"/>
          <a:cs typeface="Helvetica Neue"/>
          <a:sym typeface="Helvetica Neue"/>
        </a:defRPr>
      </a:lvl8pPr>
      <a:lvl9pPr marL="4000500" marR="0" indent="-444500" algn="l" defTabSz="584200" rtl="0" latinLnBrk="0">
        <a:lnSpc>
          <a:spcPct val="100000"/>
        </a:lnSpc>
        <a:spcBef>
          <a:spcPts val="4200"/>
        </a:spcBef>
        <a:spcAft>
          <a:spcPts val="0"/>
        </a:spcAft>
        <a:buClrTx/>
        <a:buSzPct val="145000"/>
        <a:buFontTx/>
        <a:buChar char="•"/>
        <a:tabLst/>
        <a:defRPr sz="3200" b="0" i="0" u="none" strike="noStrike" cap="none" spc="0" baseline="0">
          <a:solidFill>
            <a:srgbClr val="000000"/>
          </a:solidFill>
          <a:uFillTx/>
          <a:latin typeface="Helvetica Neue"/>
          <a:ea typeface="Helvetica Neue"/>
          <a:cs typeface="Helvetica Neue"/>
          <a:sym typeface="Helvetica Neue"/>
        </a:defRPr>
      </a:lvl9pPr>
    </p:bodyStyle>
    <p:otherStyle>
      <a:lvl1pPr marL="0" marR="0" indent="0" algn="ctr" defTabSz="58420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Helvetica Neue Light"/>
        </a:defRPr>
      </a:lvl1pPr>
      <a:lvl2pPr marL="0" marR="0" indent="228600" algn="ctr" defTabSz="58420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Helvetica Neue Light"/>
        </a:defRPr>
      </a:lvl2pPr>
      <a:lvl3pPr marL="0" marR="0" indent="457200" algn="ctr" defTabSz="58420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Helvetica Neue Light"/>
        </a:defRPr>
      </a:lvl3pPr>
      <a:lvl4pPr marL="0" marR="0" indent="685800" algn="ctr" defTabSz="58420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Helvetica Neue Light"/>
        </a:defRPr>
      </a:lvl4pPr>
      <a:lvl5pPr marL="0" marR="0" indent="914400" algn="ctr" defTabSz="58420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Helvetica Neue Light"/>
        </a:defRPr>
      </a:lvl5pPr>
      <a:lvl6pPr marL="0" marR="0" indent="1143000" algn="ctr" defTabSz="58420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Helvetica Neue Light"/>
        </a:defRPr>
      </a:lvl6pPr>
      <a:lvl7pPr marL="0" marR="0" indent="1371600" algn="ctr" defTabSz="58420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Helvetica Neue Light"/>
        </a:defRPr>
      </a:lvl7pPr>
      <a:lvl8pPr marL="0" marR="0" indent="1600200" algn="ctr" defTabSz="58420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Helvetica Neue Light"/>
        </a:defRPr>
      </a:lvl8pPr>
      <a:lvl9pPr marL="0" marR="0" indent="1828800" algn="ctr" defTabSz="58420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Helvetica Neue Ligh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0AAD329-327D-7ACB-1311-A854B53178CE}"/>
              </a:ext>
            </a:extLst>
          </p:cNvPr>
          <p:cNvSpPr>
            <a:spLocks noGrp="1"/>
          </p:cNvSpPr>
          <p:nvPr>
            <p:ph type="title"/>
          </p:nvPr>
        </p:nvSpPr>
        <p:spPr/>
        <p:txBody>
          <a:bodyPr/>
          <a:lstStyle/>
          <a:p>
            <a:r>
              <a:rPr lang="de-DE"/>
              <a:t>EP Audit 1</a:t>
            </a:r>
          </a:p>
        </p:txBody>
      </p:sp>
      <p:sp>
        <p:nvSpPr>
          <p:cNvPr id="3" name="Textplatzhalter 2">
            <a:extLst>
              <a:ext uri="{FF2B5EF4-FFF2-40B4-BE49-F238E27FC236}">
                <a16:creationId xmlns:a16="http://schemas.microsoft.com/office/drawing/2014/main" id="{7D0F9602-487E-CE3A-33B1-4A0D3A0B02C6}"/>
              </a:ext>
            </a:extLst>
          </p:cNvPr>
          <p:cNvSpPr>
            <a:spLocks noGrp="1"/>
          </p:cNvSpPr>
          <p:nvPr>
            <p:ph type="body" sz="quarter" idx="1"/>
          </p:nvPr>
        </p:nvSpPr>
        <p:spPr/>
        <p:txBody>
          <a:bodyPr>
            <a:normAutofit/>
          </a:bodyPr>
          <a:lstStyle/>
          <a:p>
            <a:r>
              <a:rPr lang="de-DE"/>
              <a:t>Robin Schlegel und Ben </a:t>
            </a:r>
            <a:r>
              <a:rPr lang="de-DE" err="1"/>
              <a:t>Pritzkau</a:t>
            </a:r>
            <a:endParaRPr lang="de-DE"/>
          </a:p>
        </p:txBody>
      </p:sp>
    </p:spTree>
    <p:extLst>
      <p:ext uri="{BB962C8B-B14F-4D97-AF65-F5344CB8AC3E}">
        <p14:creationId xmlns:p14="http://schemas.microsoft.com/office/powerpoint/2010/main" val="1848210959"/>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538AF095-3227-352E-3B3D-EBEAF1A656ED}"/>
              </a:ext>
            </a:extLst>
          </p:cNvPr>
          <p:cNvSpPr>
            <a:spLocks noGrp="1"/>
          </p:cNvSpPr>
          <p:nvPr>
            <p:ph type="title"/>
          </p:nvPr>
        </p:nvSpPr>
        <p:spPr>
          <a:xfrm>
            <a:off x="1270000" y="518459"/>
            <a:ext cx="10464800" cy="1422400"/>
          </a:xfrm>
        </p:spPr>
        <p:txBody>
          <a:bodyPr>
            <a:normAutofit fontScale="90000"/>
          </a:bodyPr>
          <a:lstStyle/>
          <a:p>
            <a:pPr algn="l"/>
            <a:r>
              <a:rPr lang="de-DE"/>
              <a:t>Problem und Zielsetzung</a:t>
            </a:r>
          </a:p>
        </p:txBody>
      </p:sp>
      <p:sp>
        <p:nvSpPr>
          <p:cNvPr id="4" name="Textplatzhalter 3">
            <a:extLst>
              <a:ext uri="{FF2B5EF4-FFF2-40B4-BE49-F238E27FC236}">
                <a16:creationId xmlns:a16="http://schemas.microsoft.com/office/drawing/2014/main" id="{0557F9F5-262A-B43F-FF67-C5EE301D13BB}"/>
              </a:ext>
            </a:extLst>
          </p:cNvPr>
          <p:cNvSpPr>
            <a:spLocks noGrp="1"/>
          </p:cNvSpPr>
          <p:nvPr>
            <p:ph type="body" sz="quarter" idx="1"/>
          </p:nvPr>
        </p:nvSpPr>
        <p:spPr>
          <a:xfrm>
            <a:off x="1270000" y="2223247"/>
            <a:ext cx="10464800" cy="7060453"/>
          </a:xfrm>
        </p:spPr>
        <p:txBody>
          <a:bodyPr>
            <a:normAutofit/>
          </a:bodyPr>
          <a:lstStyle/>
          <a:p>
            <a:pPr algn="l"/>
            <a:r>
              <a:rPr lang="de-DE" sz="3600"/>
              <a:t>Problemstellung im Exposé:</a:t>
            </a:r>
          </a:p>
          <a:p>
            <a:pPr algn="l"/>
            <a:r>
              <a:rPr lang="de-DE" sz="2400"/>
              <a:t>„Viele Menschen prokrastinieren in ihrem Alltag und verschieben wichtige Aufgaben in die Zukunft, trotz der Tatsache, dass sie mit negativen Konsequenzen rechnen. Dieser Prozess ist für Außenstehende, und sogar betroffene, oft nicht nachvollziehbar, was die Lösung des Problems erschwert und somit für Frustration sorgt.“</a:t>
            </a:r>
          </a:p>
          <a:p>
            <a:pPr algn="l"/>
            <a:endParaRPr lang="de-DE" sz="3600"/>
          </a:p>
          <a:p>
            <a:pPr algn="l"/>
            <a:r>
              <a:rPr lang="de-DE" sz="3600"/>
              <a:t>Zielsetzung:</a:t>
            </a:r>
          </a:p>
          <a:p>
            <a:pPr marL="571500" indent="-571500" algn="l">
              <a:buFont typeface="Arial" panose="020B0604020202020204" pitchFamily="34" charset="0"/>
              <a:buChar char="•"/>
            </a:pPr>
            <a:r>
              <a:rPr lang="de-DE" sz="3600"/>
              <a:t>Prokrastination als Problem sichtbar machen</a:t>
            </a:r>
          </a:p>
          <a:p>
            <a:pPr marL="571500" indent="-571500" algn="l">
              <a:buFont typeface="Arial" panose="020B0604020202020204" pitchFamily="34" charset="0"/>
              <a:buChar char="•"/>
            </a:pPr>
            <a:r>
              <a:rPr lang="de-DE" sz="3600"/>
              <a:t>Problempunkte offenlegen</a:t>
            </a:r>
          </a:p>
          <a:p>
            <a:pPr marL="571500" indent="-571500" algn="l">
              <a:buFont typeface="Arial" panose="020B0604020202020204" pitchFamily="34" charset="0"/>
              <a:buChar char="•"/>
            </a:pPr>
            <a:r>
              <a:rPr lang="de-DE" sz="3600"/>
              <a:t>Lösungsansätze vermitteln</a:t>
            </a:r>
          </a:p>
          <a:p>
            <a:pPr algn="l"/>
            <a:r>
              <a:rPr lang="de-DE" sz="3600"/>
              <a:t>Im Exposé:</a:t>
            </a:r>
          </a:p>
          <a:p>
            <a:pPr algn="l"/>
            <a:r>
              <a:rPr lang="de-DE" sz="2400"/>
              <a:t>„Das Projekt zielt darauf ab, die Problematik der Prokrastination sichtbar zu machen und, sofern möglich, potenzielle Lösungsansätze aufzuzeigen.“</a:t>
            </a:r>
          </a:p>
        </p:txBody>
      </p:sp>
    </p:spTree>
    <p:extLst>
      <p:ext uri="{BB962C8B-B14F-4D97-AF65-F5344CB8AC3E}">
        <p14:creationId xmlns:p14="http://schemas.microsoft.com/office/powerpoint/2010/main" val="1451692684"/>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260774" y="2743084"/>
            <a:ext cx="4741332" cy="3732377"/>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el 2">
            <a:extLst>
              <a:ext uri="{FF2B5EF4-FFF2-40B4-BE49-F238E27FC236}">
                <a16:creationId xmlns:a16="http://schemas.microsoft.com/office/drawing/2014/main" id="{B7C359F9-91C8-197C-80EA-8184B4BD47AB}"/>
              </a:ext>
            </a:extLst>
          </p:cNvPr>
          <p:cNvSpPr>
            <a:spLocks noGrp="1"/>
          </p:cNvSpPr>
          <p:nvPr>
            <p:ph type="title"/>
          </p:nvPr>
        </p:nvSpPr>
        <p:spPr>
          <a:xfrm>
            <a:off x="1097280" y="2797889"/>
            <a:ext cx="2804160" cy="3622765"/>
          </a:xfrm>
          <a:noFill/>
        </p:spPr>
        <p:txBody>
          <a:bodyPr vert="horz" lIns="91440" tIns="45720" rIns="91440" bIns="45720" rtlCol="0" anchor="ctr">
            <a:normAutofit/>
          </a:bodyPr>
          <a:lstStyle/>
          <a:p>
            <a:pPr defTabSz="914400">
              <a:lnSpc>
                <a:spcPct val="90000"/>
              </a:lnSpc>
              <a:spcBef>
                <a:spcPct val="0"/>
              </a:spcBef>
            </a:pPr>
            <a:r>
              <a:rPr lang="en-US" sz="2800" kern="1200">
                <a:solidFill>
                  <a:srgbClr val="FFFFFF"/>
                </a:solidFill>
                <a:latin typeface="+mj-lt"/>
                <a:ea typeface="+mj-ea"/>
                <a:cs typeface="+mj-cs"/>
              </a:rPr>
              <a:t>Domänenmodell</a:t>
            </a:r>
          </a:p>
        </p:txBody>
      </p:sp>
      <p:pic>
        <p:nvPicPr>
          <p:cNvPr id="6" name="Bildplatzhalter 5" descr="Ein Bild, das Text, Diagramm, parallel, Zahl enthält.&#10;&#10;KI-generierte Inhalte können fehlerhaft sein.">
            <a:extLst>
              <a:ext uri="{FF2B5EF4-FFF2-40B4-BE49-F238E27FC236}">
                <a16:creationId xmlns:a16="http://schemas.microsoft.com/office/drawing/2014/main" id="{3AFF5667-AD2C-107A-1AB2-89D14F8B10F0}"/>
              </a:ext>
            </a:extLst>
          </p:cNvPr>
          <p:cNvPicPr>
            <a:picLocks noGrp="1" noChangeAspect="1"/>
          </p:cNvPicPr>
          <p:nvPr>
            <p:ph type="pic" idx="13"/>
          </p:nvPr>
        </p:nvPicPr>
        <p:blipFill>
          <a:blip r:embed="rId3">
            <a:extLst>
              <a:ext uri="{28A0092B-C50C-407E-A947-70E740481C1C}">
                <a14:useLocalDpi xmlns:a14="http://schemas.microsoft.com/office/drawing/2010/main" val="0"/>
              </a:ext>
            </a:extLst>
          </a:blip>
          <a:srcRect l="-1251" t="-831" r="-7417" b="-535"/>
          <a:stretch>
            <a:fillRect/>
          </a:stretch>
        </p:blipFill>
        <p:spPr>
          <a:xfrm>
            <a:off x="5047129" y="1821470"/>
            <a:ext cx="7595185" cy="6110659"/>
          </a:xfrm>
          <a:prstGeom prst="rect">
            <a:avLst/>
          </a:prstGeom>
        </p:spPr>
      </p:pic>
    </p:spTree>
    <p:extLst>
      <p:ext uri="{BB962C8B-B14F-4D97-AF65-F5344CB8AC3E}">
        <p14:creationId xmlns:p14="http://schemas.microsoft.com/office/powerpoint/2010/main" val="3652041870"/>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Bildplatzhalter 5" descr="Ein Bild, das Text, Screenshot, Grafikdesign, Clipart enthält.&#10;&#10;KI-generierte Inhalte können fehlerhaft sein.">
            <a:extLst>
              <a:ext uri="{FF2B5EF4-FFF2-40B4-BE49-F238E27FC236}">
                <a16:creationId xmlns:a16="http://schemas.microsoft.com/office/drawing/2014/main" id="{2FE9A8A9-28E7-CE6F-B6C7-3F28E0D82352}"/>
              </a:ext>
            </a:extLst>
          </p:cNvPr>
          <p:cNvPicPr>
            <a:picLocks noGrp="1" noChangeAspect="1"/>
          </p:cNvPicPr>
          <p:nvPr>
            <p:ph type="pic" idx="13"/>
          </p:nvPr>
        </p:nvPicPr>
        <p:blipFill>
          <a:blip r:embed="rId3">
            <a:extLst>
              <a:ext uri="{28A0092B-C50C-407E-A947-70E740481C1C}">
                <a14:useLocalDpi xmlns:a14="http://schemas.microsoft.com/office/drawing/2010/main" val="0"/>
              </a:ext>
            </a:extLst>
          </a:blip>
          <a:srcRect l="2642" t="4634" r="3203" b="3129"/>
          <a:stretch>
            <a:fillRect/>
          </a:stretch>
        </p:blipFill>
        <p:spPr>
          <a:xfrm>
            <a:off x="1200150" y="590550"/>
            <a:ext cx="10534650" cy="6000750"/>
          </a:xfrm>
        </p:spPr>
      </p:pic>
      <p:sp>
        <p:nvSpPr>
          <p:cNvPr id="3" name="Titel 2">
            <a:extLst>
              <a:ext uri="{FF2B5EF4-FFF2-40B4-BE49-F238E27FC236}">
                <a16:creationId xmlns:a16="http://schemas.microsoft.com/office/drawing/2014/main" id="{22BA8102-2CEE-F6FF-2FAE-DACB831274B5}"/>
              </a:ext>
            </a:extLst>
          </p:cNvPr>
          <p:cNvSpPr>
            <a:spLocks noGrp="1"/>
          </p:cNvSpPr>
          <p:nvPr>
            <p:ph type="title"/>
          </p:nvPr>
        </p:nvSpPr>
        <p:spPr/>
        <p:txBody>
          <a:bodyPr/>
          <a:lstStyle/>
          <a:p>
            <a:r>
              <a:rPr lang="de-DE"/>
              <a:t>Aufbau und Methodik</a:t>
            </a:r>
          </a:p>
        </p:txBody>
      </p:sp>
      <p:sp>
        <p:nvSpPr>
          <p:cNvPr id="4" name="Textplatzhalter 3">
            <a:extLst>
              <a:ext uri="{FF2B5EF4-FFF2-40B4-BE49-F238E27FC236}">
                <a16:creationId xmlns:a16="http://schemas.microsoft.com/office/drawing/2014/main" id="{B1B63AF4-5393-8C79-8406-F86BDF6E427B}"/>
              </a:ext>
            </a:extLst>
          </p:cNvPr>
          <p:cNvSpPr>
            <a:spLocks noGrp="1"/>
          </p:cNvSpPr>
          <p:nvPr>
            <p:ph type="body" sz="quarter" idx="1"/>
          </p:nvPr>
        </p:nvSpPr>
        <p:spPr/>
        <p:txBody>
          <a:bodyPr/>
          <a:lstStyle/>
          <a:p>
            <a:endParaRPr lang="de-DE"/>
          </a:p>
        </p:txBody>
      </p:sp>
    </p:spTree>
    <p:extLst>
      <p:ext uri="{BB962C8B-B14F-4D97-AF65-F5344CB8AC3E}">
        <p14:creationId xmlns:p14="http://schemas.microsoft.com/office/powerpoint/2010/main" val="1920621883"/>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Bildplatzhalter 4">
            <a:extLst>
              <a:ext uri="{FF2B5EF4-FFF2-40B4-BE49-F238E27FC236}">
                <a16:creationId xmlns:a16="http://schemas.microsoft.com/office/drawing/2014/main" id="{D11EF1DD-CB2E-E2F2-4F4E-94AA3EF1CC84}"/>
              </a:ext>
            </a:extLst>
          </p:cNvPr>
          <p:cNvPicPr>
            <a:picLocks noGrp="1" noChangeAspect="1"/>
          </p:cNvPicPr>
          <p:nvPr>
            <p:ph type="pic" idx="13"/>
          </p:nvPr>
        </p:nvPicPr>
        <p:blipFill>
          <a:blip r:embed="rId3"/>
          <a:srcRect t="-204" b="-204"/>
          <a:stretch>
            <a:fillRect/>
          </a:stretch>
        </p:blipFill>
        <p:spPr>
          <a:xfrm>
            <a:off x="1622088" y="193977"/>
            <a:ext cx="9753603" cy="6684621"/>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pic>
      <p:sp>
        <p:nvSpPr>
          <p:cNvPr id="3" name="Titel 2">
            <a:extLst>
              <a:ext uri="{FF2B5EF4-FFF2-40B4-BE49-F238E27FC236}">
                <a16:creationId xmlns:a16="http://schemas.microsoft.com/office/drawing/2014/main" id="{01E6618F-9AB7-94E1-4146-6EFF1098583D}"/>
              </a:ext>
            </a:extLst>
          </p:cNvPr>
          <p:cNvSpPr>
            <a:spLocks noGrp="1"/>
          </p:cNvSpPr>
          <p:nvPr>
            <p:ph type="title"/>
          </p:nvPr>
        </p:nvSpPr>
        <p:spPr/>
        <p:txBody>
          <a:bodyPr>
            <a:normAutofit fontScale="90000"/>
          </a:bodyPr>
          <a:lstStyle/>
          <a:p>
            <a:r>
              <a:rPr lang="de-DE"/>
              <a:t>Prokrastinations-Modell*</a:t>
            </a:r>
          </a:p>
        </p:txBody>
      </p:sp>
      <p:sp>
        <p:nvSpPr>
          <p:cNvPr id="4" name="Textplatzhalter 3">
            <a:extLst>
              <a:ext uri="{FF2B5EF4-FFF2-40B4-BE49-F238E27FC236}">
                <a16:creationId xmlns:a16="http://schemas.microsoft.com/office/drawing/2014/main" id="{44DB30CB-7BB3-3562-32EA-B1D373C72318}"/>
              </a:ext>
            </a:extLst>
          </p:cNvPr>
          <p:cNvSpPr>
            <a:spLocks noGrp="1"/>
          </p:cNvSpPr>
          <p:nvPr>
            <p:ph type="body" sz="quarter" idx="1"/>
          </p:nvPr>
        </p:nvSpPr>
        <p:spPr/>
        <p:txBody>
          <a:bodyPr>
            <a:normAutofit lnSpcReduction="10000"/>
          </a:bodyPr>
          <a:lstStyle/>
          <a:p>
            <a:r>
              <a:rPr lang="de-DE"/>
              <a:t>*Prokrastinations-Gesundheitsmodell </a:t>
            </a:r>
            <a:br>
              <a:rPr lang="de-DE"/>
            </a:br>
            <a:r>
              <a:rPr lang="de-DE"/>
              <a:t>nach </a:t>
            </a:r>
            <a:r>
              <a:rPr lang="de-DE" err="1"/>
              <a:t>Sirois</a:t>
            </a:r>
            <a:endParaRPr lang="de-DE"/>
          </a:p>
        </p:txBody>
      </p:sp>
    </p:spTree>
    <p:extLst>
      <p:ext uri="{BB962C8B-B14F-4D97-AF65-F5344CB8AC3E}">
        <p14:creationId xmlns:p14="http://schemas.microsoft.com/office/powerpoint/2010/main" val="3703810345"/>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926936"/>
            <a:ext cx="13004800" cy="104753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el 2">
            <a:extLst>
              <a:ext uri="{FF2B5EF4-FFF2-40B4-BE49-F238E27FC236}">
                <a16:creationId xmlns:a16="http://schemas.microsoft.com/office/drawing/2014/main" id="{63D258AE-A68C-DE6F-27C8-7B7904A245A2}"/>
              </a:ext>
            </a:extLst>
          </p:cNvPr>
          <p:cNvSpPr>
            <a:spLocks noGrp="1"/>
          </p:cNvSpPr>
          <p:nvPr>
            <p:ph type="title"/>
          </p:nvPr>
        </p:nvSpPr>
        <p:spPr>
          <a:xfrm>
            <a:off x="593634" y="915153"/>
            <a:ext cx="11958320" cy="1059322"/>
          </a:xfrm>
        </p:spPr>
        <p:txBody>
          <a:bodyPr vert="horz" lIns="91440" tIns="45720" rIns="91440" bIns="45720" rtlCol="0" anchor="ctr">
            <a:normAutofit/>
          </a:bodyPr>
          <a:lstStyle/>
          <a:p>
            <a:pPr defTabSz="914400">
              <a:lnSpc>
                <a:spcPct val="90000"/>
              </a:lnSpc>
              <a:spcBef>
                <a:spcPct val="0"/>
              </a:spcBef>
            </a:pPr>
            <a:r>
              <a:rPr lang="en-US" sz="4000" kern="1200">
                <a:solidFill>
                  <a:schemeClr val="bg1"/>
                </a:solidFill>
                <a:latin typeface="+mj-lt"/>
                <a:ea typeface="+mj-ea"/>
                <a:cs typeface="+mj-cs"/>
              </a:rPr>
              <a:t>Interaktionsmodell</a:t>
            </a:r>
          </a:p>
        </p:txBody>
      </p:sp>
      <p:pic>
        <p:nvPicPr>
          <p:cNvPr id="5" name="Bildplatzhalter 4">
            <a:extLst>
              <a:ext uri="{FF2B5EF4-FFF2-40B4-BE49-F238E27FC236}">
                <a16:creationId xmlns:a16="http://schemas.microsoft.com/office/drawing/2014/main" id="{4CA0E6DE-D9DE-F963-05D3-D153A7F5D565}"/>
              </a:ext>
            </a:extLst>
          </p:cNvPr>
          <p:cNvPicPr>
            <a:picLocks noGrp="1" noChangeAspect="1"/>
          </p:cNvPicPr>
          <p:nvPr>
            <p:ph type="pic" idx="13"/>
          </p:nvPr>
        </p:nvPicPr>
        <p:blipFill>
          <a:blip r:embed="rId3"/>
          <a:srcRect l="134" t="-2045" r="133" b="1758"/>
          <a:stretch>
            <a:fillRect/>
          </a:stretch>
        </p:blipFill>
        <p:spPr>
          <a:xfrm>
            <a:off x="1949279" y="2382545"/>
            <a:ext cx="9106241" cy="6249527"/>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pic>
    </p:spTree>
    <p:extLst>
      <p:ext uri="{BB962C8B-B14F-4D97-AF65-F5344CB8AC3E}">
        <p14:creationId xmlns:p14="http://schemas.microsoft.com/office/powerpoint/2010/main" val="3520393000"/>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926936"/>
            <a:ext cx="13004800" cy="104753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el 2">
            <a:extLst>
              <a:ext uri="{FF2B5EF4-FFF2-40B4-BE49-F238E27FC236}">
                <a16:creationId xmlns:a16="http://schemas.microsoft.com/office/drawing/2014/main" id="{0490B90A-F273-DC9E-209B-2AE65D58B837}"/>
              </a:ext>
            </a:extLst>
          </p:cNvPr>
          <p:cNvSpPr>
            <a:spLocks noGrp="1"/>
          </p:cNvSpPr>
          <p:nvPr>
            <p:ph type="title"/>
          </p:nvPr>
        </p:nvSpPr>
        <p:spPr>
          <a:xfrm>
            <a:off x="593634" y="915153"/>
            <a:ext cx="11958320" cy="1059322"/>
          </a:xfrm>
        </p:spPr>
        <p:txBody>
          <a:bodyPr vert="horz" lIns="91440" tIns="45720" rIns="91440" bIns="45720" rtlCol="0" anchor="ctr">
            <a:normAutofit/>
          </a:bodyPr>
          <a:lstStyle/>
          <a:p>
            <a:pPr defTabSz="914400">
              <a:lnSpc>
                <a:spcPct val="90000"/>
              </a:lnSpc>
              <a:spcBef>
                <a:spcPct val="0"/>
              </a:spcBef>
            </a:pPr>
            <a:r>
              <a:rPr lang="en-US" sz="4000" kern="1200">
                <a:solidFill>
                  <a:schemeClr val="bg1"/>
                </a:solidFill>
                <a:latin typeface="+mj-lt"/>
                <a:ea typeface="+mj-ea"/>
                <a:cs typeface="+mj-cs"/>
              </a:rPr>
              <a:t>Interaktionsmodell</a:t>
            </a:r>
          </a:p>
        </p:txBody>
      </p:sp>
      <p:pic>
        <p:nvPicPr>
          <p:cNvPr id="9" name="Bildplatzhalter 8" descr="Ein Bild, das Text, Diagramm, Entwurf, Zeichnung enthält.&#10;&#10;KI-generierte Inhalte können fehlerhaft sein.">
            <a:extLst>
              <a:ext uri="{FF2B5EF4-FFF2-40B4-BE49-F238E27FC236}">
                <a16:creationId xmlns:a16="http://schemas.microsoft.com/office/drawing/2014/main" id="{ABBA0245-756A-599A-B5E4-7F9238AE417F}"/>
              </a:ext>
            </a:extLst>
          </p:cNvPr>
          <p:cNvPicPr>
            <a:picLocks noGrp="1" noChangeAspect="1"/>
          </p:cNvPicPr>
          <p:nvPr>
            <p:ph type="pic" idx="13"/>
          </p:nvPr>
        </p:nvPicPr>
        <p:blipFill>
          <a:blip r:embed="rId3"/>
          <a:srcRect l="45" r="112" b="743"/>
          <a:stretch>
            <a:fillRect/>
          </a:stretch>
        </p:blipFill>
        <p:spPr>
          <a:xfrm>
            <a:off x="1083067" y="2382545"/>
            <a:ext cx="10838665" cy="6249527"/>
          </a:xfrm>
          <a:prstGeom prst="rect">
            <a:avLst/>
          </a:prstGeom>
          <a:extLst>
            <a:ext uri="{C572A759-6A51-4108-AA02-DFA0A04FC94B}">
              <ma14:wrappingTextBoxFlag xmlns:m="http://schemas.openxmlformats.org/officeDocument/2006/math" xmlns:a14="http://schemas.microsoft.com/office/drawing/2010/main" xmlns:ma14="http://schemas.microsoft.com/office/mac/drawingml/2011/main" xmlns="" val="1"/>
            </a:ext>
          </a:extLst>
        </p:spPr>
      </p:pic>
    </p:spTree>
    <p:extLst>
      <p:ext uri="{BB962C8B-B14F-4D97-AF65-F5344CB8AC3E}">
        <p14:creationId xmlns:p14="http://schemas.microsoft.com/office/powerpoint/2010/main" val="1875421285"/>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260774" y="2743084"/>
            <a:ext cx="4741332" cy="3732377"/>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el 2">
            <a:extLst>
              <a:ext uri="{FF2B5EF4-FFF2-40B4-BE49-F238E27FC236}">
                <a16:creationId xmlns:a16="http://schemas.microsoft.com/office/drawing/2014/main" id="{D9F2CD58-B195-823E-928B-B193A3AC930F}"/>
              </a:ext>
            </a:extLst>
          </p:cNvPr>
          <p:cNvSpPr>
            <a:spLocks noGrp="1"/>
          </p:cNvSpPr>
          <p:nvPr>
            <p:ph type="title"/>
          </p:nvPr>
        </p:nvSpPr>
        <p:spPr>
          <a:xfrm>
            <a:off x="1097280" y="2797889"/>
            <a:ext cx="2804160" cy="3622765"/>
          </a:xfrm>
          <a:noFill/>
        </p:spPr>
        <p:txBody>
          <a:bodyPr vert="horz" lIns="91440" tIns="45720" rIns="91440" bIns="45720" rtlCol="0" anchor="ctr">
            <a:normAutofit/>
          </a:bodyPr>
          <a:lstStyle/>
          <a:p>
            <a:pPr defTabSz="914400">
              <a:lnSpc>
                <a:spcPct val="90000"/>
              </a:lnSpc>
              <a:spcBef>
                <a:spcPct val="0"/>
              </a:spcBef>
            </a:pPr>
            <a:r>
              <a:rPr lang="en-US" sz="3800" kern="1200">
                <a:solidFill>
                  <a:srgbClr val="FFFFFF"/>
                </a:solidFill>
                <a:latin typeface="+mj-lt"/>
                <a:ea typeface="+mj-ea"/>
                <a:cs typeface="+mj-cs"/>
              </a:rPr>
              <a:t>Projektplan</a:t>
            </a:r>
          </a:p>
        </p:txBody>
      </p:sp>
      <p:pic>
        <p:nvPicPr>
          <p:cNvPr id="7" name="Bildplatzhalter 6">
            <a:extLst>
              <a:ext uri="{FF2B5EF4-FFF2-40B4-BE49-F238E27FC236}">
                <a16:creationId xmlns:a16="http://schemas.microsoft.com/office/drawing/2014/main" id="{6ADF14A1-0E63-7ACD-798E-EC5DB083472C}"/>
              </a:ext>
            </a:extLst>
          </p:cNvPr>
          <p:cNvPicPr>
            <a:picLocks noGrp="1" noChangeAspect="1"/>
          </p:cNvPicPr>
          <p:nvPr>
            <p:ph type="pic" idx="13"/>
          </p:nvPr>
        </p:nvPicPr>
        <p:blipFill>
          <a:blip r:embed="rId3"/>
          <a:srcRect l="-36" t="905" r="53" b="402"/>
          <a:stretch>
            <a:fillRect/>
          </a:stretch>
        </p:blipFill>
        <p:spPr>
          <a:xfrm>
            <a:off x="5095803" y="2313872"/>
            <a:ext cx="7232747" cy="5122542"/>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pic>
      <p:pic>
        <p:nvPicPr>
          <p:cNvPr id="9" name="Grafik 8">
            <a:extLst>
              <a:ext uri="{FF2B5EF4-FFF2-40B4-BE49-F238E27FC236}">
                <a16:creationId xmlns:a16="http://schemas.microsoft.com/office/drawing/2014/main" id="{C49AA502-F372-7097-4DAD-1AEF936AA300}"/>
              </a:ext>
            </a:extLst>
          </p:cNvPr>
          <p:cNvPicPr>
            <a:picLocks noChangeAspect="1"/>
          </p:cNvPicPr>
          <p:nvPr/>
        </p:nvPicPr>
        <p:blipFill>
          <a:blip r:embed="rId4"/>
          <a:stretch>
            <a:fillRect/>
          </a:stretch>
        </p:blipFill>
        <p:spPr>
          <a:xfrm>
            <a:off x="5095802" y="1902893"/>
            <a:ext cx="7232747" cy="335713"/>
          </a:xfrm>
          <a:prstGeom prst="rect">
            <a:avLst/>
          </a:prstGeom>
        </p:spPr>
      </p:pic>
    </p:spTree>
    <p:extLst>
      <p:ext uri="{BB962C8B-B14F-4D97-AF65-F5344CB8AC3E}">
        <p14:creationId xmlns:p14="http://schemas.microsoft.com/office/powerpoint/2010/main" val="1976982718"/>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64D152FB-11A2-C234-6D27-1450715E59C3}"/>
              </a:ext>
            </a:extLst>
          </p:cNvPr>
          <p:cNvSpPr>
            <a:spLocks noGrp="1"/>
          </p:cNvSpPr>
          <p:nvPr>
            <p:ph type="title"/>
          </p:nvPr>
        </p:nvSpPr>
        <p:spPr/>
        <p:txBody>
          <a:bodyPr/>
          <a:lstStyle/>
          <a:p>
            <a:r>
              <a:rPr lang="de-DE"/>
              <a:t>Frageteil</a:t>
            </a:r>
          </a:p>
        </p:txBody>
      </p:sp>
    </p:spTree>
    <p:extLst>
      <p:ext uri="{BB962C8B-B14F-4D97-AF65-F5344CB8AC3E}">
        <p14:creationId xmlns:p14="http://schemas.microsoft.com/office/powerpoint/2010/main" val="820328949"/>
      </p:ext>
    </p:extLst>
  </p:cSld>
  <p:clrMapOvr>
    <a:masterClrMapping/>
  </p:clrMapOvr>
  <p:transition spd="med"/>
</p:sld>
</file>

<file path=ppt/theme/theme1.xml><?xml version="1.0" encoding="utf-8"?>
<a:theme xmlns:a="http://schemas.openxmlformats.org/drawingml/2006/main" name="White">
  <a:themeElements>
    <a:clrScheme name="White">
      <a:dk1>
        <a:srgbClr val="000000"/>
      </a:dk1>
      <a:lt1>
        <a:srgbClr val="FFFFFF"/>
      </a:lt1>
      <a:dk2>
        <a:srgbClr val="5E5E5E"/>
      </a:dk2>
      <a:lt2>
        <a:srgbClr val="D6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22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2400" b="1" i="0" u="none" strike="noStrike" cap="none" spc="0" normalizeH="0" baseline="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E5E5E"/>
      </a:dk2>
      <a:lt2>
        <a:srgbClr val="D6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22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2400" b="1" i="0" u="none" strike="noStrike" cap="none" spc="0" normalizeH="0" baseline="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BC919105FFA9D24EA29DA92E4BAE0F6D" ma:contentTypeVersion="9" ma:contentTypeDescription="Ein neues Dokument erstellen." ma:contentTypeScope="" ma:versionID="a779ac5dd75ba0f973adfca062cc1a2b">
  <xsd:schema xmlns:xsd="http://www.w3.org/2001/XMLSchema" xmlns:xs="http://www.w3.org/2001/XMLSchema" xmlns:p="http://schemas.microsoft.com/office/2006/metadata/properties" xmlns:ns3="64d4f4c4-2b3e-4922-8805-528ba7a130aa" xmlns:ns4="80ea3703-f672-4c39-8e7b-6098df378bba" targetNamespace="http://schemas.microsoft.com/office/2006/metadata/properties" ma:root="true" ma:fieldsID="f263094427621deb51d311ffbd19eb52" ns3:_="" ns4:_="">
    <xsd:import namespace="64d4f4c4-2b3e-4922-8805-528ba7a130aa"/>
    <xsd:import namespace="80ea3703-f672-4c39-8e7b-6098df378bba"/>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_activity" minOccurs="0"/>
                <xsd:element ref="ns3:MediaServiceSearchProperties" minOccurs="0"/>
                <xsd:element ref="ns4:SharedWithUsers" minOccurs="0"/>
                <xsd:element ref="ns4:SharedWithDetails" minOccurs="0"/>
                <xsd:element ref="ns4:SharingHintHash"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4d4f4c4-2b3e-4922-8805-528ba7a130a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_activity" ma:index="11" nillable="true" ma:displayName="_activity" ma:hidden="true" ma:internalName="_activity">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DateTaken" ma:index="16"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0ea3703-f672-4c39-8e7b-6098df378bba" elementFormDefault="qualified">
    <xsd:import namespace="http://schemas.microsoft.com/office/2006/documentManagement/types"/>
    <xsd:import namespace="http://schemas.microsoft.com/office/infopath/2007/PartnerControls"/>
    <xsd:element name="SharedWithUsers" ma:index="13" nillable="true" ma:displayName="Freigegeben fü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Freigegeben für - Details" ma:internalName="SharedWithDetails" ma:readOnly="true">
      <xsd:simpleType>
        <xsd:restriction base="dms:Note">
          <xsd:maxLength value="255"/>
        </xsd:restriction>
      </xsd:simpleType>
    </xsd:element>
    <xsd:element name="SharingHintHash" ma:index="15" nillable="true" ma:displayName="Freigabehinweis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64d4f4c4-2b3e-4922-8805-528ba7a130aa" xsi:nil="true"/>
  </documentManagement>
</p:properties>
</file>

<file path=customXml/itemProps1.xml><?xml version="1.0" encoding="utf-8"?>
<ds:datastoreItem xmlns:ds="http://schemas.openxmlformats.org/officeDocument/2006/customXml" ds:itemID="{ADAF30DB-750A-4358-9403-982DCC423837}">
  <ds:schemaRefs>
    <ds:schemaRef ds:uri="64d4f4c4-2b3e-4922-8805-528ba7a130aa"/>
    <ds:schemaRef ds:uri="80ea3703-f672-4c39-8e7b-6098df378bb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542E1397-750E-43C7-914C-5CE095666BDE}">
  <ds:schemaRefs>
    <ds:schemaRef ds:uri="http://schemas.microsoft.com/sharepoint/v3/contenttype/forms"/>
  </ds:schemaRefs>
</ds:datastoreItem>
</file>

<file path=customXml/itemProps3.xml><?xml version="1.0" encoding="utf-8"?>
<ds:datastoreItem xmlns:ds="http://schemas.openxmlformats.org/officeDocument/2006/customXml" ds:itemID="{D8BF4A94-3CD2-4F70-98BB-45FE2AD1116B}">
  <ds:schemaRefs>
    <ds:schemaRef ds:uri="64d4f4c4-2b3e-4922-8805-528ba7a130aa"/>
    <ds:schemaRef ds:uri="80ea3703-f672-4c39-8e7b-6098df378bb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Benutzerdefiniert</PresentationFormat>
  <Slides>9</Slides>
  <Notes>9</Notes>
  <HiddenSlides>0</HiddenSlides>
  <ScaleCrop>false</ScaleCrop>
  <HeadingPairs>
    <vt:vector size="4" baseType="variant">
      <vt:variant>
        <vt:lpstr>Design</vt:lpstr>
      </vt:variant>
      <vt:variant>
        <vt:i4>1</vt:i4>
      </vt:variant>
      <vt:variant>
        <vt:lpstr>Folientitel</vt:lpstr>
      </vt:variant>
      <vt:variant>
        <vt:i4>9</vt:i4>
      </vt:variant>
    </vt:vector>
  </HeadingPairs>
  <TitlesOfParts>
    <vt:vector size="10" baseType="lpstr">
      <vt:lpstr>White</vt:lpstr>
      <vt:lpstr>EP Audit 1</vt:lpstr>
      <vt:lpstr>Problem und Zielsetzung</vt:lpstr>
      <vt:lpstr>Domänenmodell</vt:lpstr>
      <vt:lpstr>Aufbau und Methodik</vt:lpstr>
      <vt:lpstr>Prokrastinations-Modell*</vt:lpstr>
      <vt:lpstr>Interaktionsmodell</vt:lpstr>
      <vt:lpstr>Interaktionsmodell</vt:lpstr>
      <vt:lpstr>Projektplan</vt:lpstr>
      <vt:lpstr>Frageteil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5</cp:revision>
  <dcterms:modified xsi:type="dcterms:W3CDTF">2025-10-31T00:09:10Z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0x010100BC919105FFA9D24EA29DA92E4BAE0F6D</vt:lpwstr>
  </property>
</Properties>
</file>